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E78DAA-99C4-4C9D-B3D5-4262BC9A242F}" type="doc">
      <dgm:prSet loTypeId="urn:microsoft.com/office/officeart/2005/8/layout/list1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AB7C4510-7E4F-4330-8EF2-2C487F17A401}">
      <dgm:prSet/>
      <dgm:spPr/>
      <dgm:t>
        <a:bodyPr/>
        <a:lstStyle/>
        <a:p>
          <a:r>
            <a:rPr lang="es-CL" b="1"/>
            <a:t>Contexto:</a:t>
          </a:r>
          <a:endParaRPr lang="en-US"/>
        </a:p>
      </dgm:t>
    </dgm:pt>
    <dgm:pt modelId="{0531D967-BF24-464B-8395-707AA10C51EC}" type="parTrans" cxnId="{A63BB3E9-8EEE-4CF3-87DB-DCCEE98D67CC}">
      <dgm:prSet/>
      <dgm:spPr/>
      <dgm:t>
        <a:bodyPr/>
        <a:lstStyle/>
        <a:p>
          <a:endParaRPr lang="en-US"/>
        </a:p>
      </dgm:t>
    </dgm:pt>
    <dgm:pt modelId="{21E03C10-2BBD-4AEA-AEC3-A6E83ECB4703}" type="sibTrans" cxnId="{A63BB3E9-8EEE-4CF3-87DB-DCCEE98D67CC}">
      <dgm:prSet/>
      <dgm:spPr/>
      <dgm:t>
        <a:bodyPr/>
        <a:lstStyle/>
        <a:p>
          <a:endParaRPr lang="en-US"/>
        </a:p>
      </dgm:t>
    </dgm:pt>
    <dgm:pt modelId="{6FEDAD44-21FA-4981-9360-30BB84C86546}">
      <dgm:prSet/>
      <dgm:spPr/>
      <dgm:t>
        <a:bodyPr/>
        <a:lstStyle/>
        <a:p>
          <a:r>
            <a:rPr lang="es-CL"/>
            <a:t>2 sedes presenciales en la Región Metropolitana: </a:t>
          </a:r>
          <a:r>
            <a:rPr lang="es-CL" b="1"/>
            <a:t>Macul y Peñalolén</a:t>
          </a:r>
          <a:r>
            <a:rPr lang="es-CL"/>
            <a:t>.</a:t>
          </a:r>
          <a:endParaRPr lang="en-US"/>
        </a:p>
      </dgm:t>
    </dgm:pt>
    <dgm:pt modelId="{D4734492-8183-4ABC-BD87-006F28BB757F}" type="parTrans" cxnId="{EB59C80C-E391-48F2-84B6-D886C94300FD}">
      <dgm:prSet/>
      <dgm:spPr/>
      <dgm:t>
        <a:bodyPr/>
        <a:lstStyle/>
        <a:p>
          <a:endParaRPr lang="en-US"/>
        </a:p>
      </dgm:t>
    </dgm:pt>
    <dgm:pt modelId="{9A8705F6-C3E5-4BCD-B822-9108FDD90F40}" type="sibTrans" cxnId="{EB59C80C-E391-48F2-84B6-D886C94300FD}">
      <dgm:prSet/>
      <dgm:spPr/>
      <dgm:t>
        <a:bodyPr/>
        <a:lstStyle/>
        <a:p>
          <a:endParaRPr lang="en-US"/>
        </a:p>
      </dgm:t>
    </dgm:pt>
    <dgm:pt modelId="{A95C49EE-B2D8-4B30-AB03-E29568620353}">
      <dgm:prSet/>
      <dgm:spPr/>
      <dgm:t>
        <a:bodyPr/>
        <a:lstStyle/>
        <a:p>
          <a:r>
            <a:rPr lang="es-CL" b="1" dirty="0"/>
            <a:t>Problemáticas detectadas:</a:t>
          </a:r>
          <a:endParaRPr lang="en-US" dirty="0"/>
        </a:p>
      </dgm:t>
    </dgm:pt>
    <dgm:pt modelId="{05AFB615-EDAD-4D98-BA4A-58265465A16F}" type="parTrans" cxnId="{1501ACE6-5BFF-4785-AAE8-7979D44431C4}">
      <dgm:prSet/>
      <dgm:spPr/>
      <dgm:t>
        <a:bodyPr/>
        <a:lstStyle/>
        <a:p>
          <a:endParaRPr lang="en-US"/>
        </a:p>
      </dgm:t>
    </dgm:pt>
    <dgm:pt modelId="{6246BF52-7E30-4F15-8E2A-43048DAF11FC}" type="sibTrans" cxnId="{1501ACE6-5BFF-4785-AAE8-7979D44431C4}">
      <dgm:prSet/>
      <dgm:spPr/>
      <dgm:t>
        <a:bodyPr/>
        <a:lstStyle/>
        <a:p>
          <a:endParaRPr lang="en-US"/>
        </a:p>
      </dgm:t>
    </dgm:pt>
    <dgm:pt modelId="{8C66AE73-79FD-4A4C-97A8-AFF8CAED6143}">
      <dgm:prSet/>
      <dgm:spPr/>
      <dgm:t>
        <a:bodyPr/>
        <a:lstStyle/>
        <a:p>
          <a:r>
            <a:rPr lang="es-CL" b="1"/>
            <a:t>Control en papel fragmentado:</a:t>
          </a:r>
          <a:r>
            <a:rPr lang="es-CL"/>
            <a:t> Fichas físicas para psicotécnico, teoría y práctica con riesgo de extravío y sin sincronización multisede.</a:t>
          </a:r>
          <a:endParaRPr lang="en-US"/>
        </a:p>
      </dgm:t>
    </dgm:pt>
    <dgm:pt modelId="{5D370D0E-E78A-473C-9EFF-4057EDE6132D}" type="parTrans" cxnId="{05CFE0FC-DFEB-4DBD-9C4F-779AC014B87E}">
      <dgm:prSet/>
      <dgm:spPr/>
      <dgm:t>
        <a:bodyPr/>
        <a:lstStyle/>
        <a:p>
          <a:endParaRPr lang="en-US"/>
        </a:p>
      </dgm:t>
    </dgm:pt>
    <dgm:pt modelId="{FD7D6629-075A-4495-BF13-B55ADA985008}" type="sibTrans" cxnId="{05CFE0FC-DFEB-4DBD-9C4F-779AC014B87E}">
      <dgm:prSet/>
      <dgm:spPr/>
      <dgm:t>
        <a:bodyPr/>
        <a:lstStyle/>
        <a:p>
          <a:endParaRPr lang="en-US"/>
        </a:p>
      </dgm:t>
    </dgm:pt>
    <dgm:pt modelId="{6F210F21-BBE7-426B-B494-F7AF2B255E5A}">
      <dgm:prSet/>
      <dgm:spPr/>
      <dgm:t>
        <a:bodyPr/>
        <a:lstStyle/>
        <a:p>
          <a:r>
            <a:rPr lang="es-CL" b="1"/>
            <a:t>Capacidad vehicular variable:</a:t>
          </a:r>
          <a:r>
            <a:rPr lang="es-CL"/>
            <a:t> Flota base de 2 vehículos que se reduce a 1 cuando un instructor sale a rendir exámenes prácticos a las Direcciones de Tránsito municipales.</a:t>
          </a:r>
          <a:endParaRPr lang="en-US"/>
        </a:p>
      </dgm:t>
    </dgm:pt>
    <dgm:pt modelId="{91747CAD-FD20-4B1F-A864-ED2319EBC2D9}" type="parTrans" cxnId="{05C152C4-23AF-4D56-9874-317946F6AF48}">
      <dgm:prSet/>
      <dgm:spPr/>
      <dgm:t>
        <a:bodyPr/>
        <a:lstStyle/>
        <a:p>
          <a:endParaRPr lang="en-US"/>
        </a:p>
      </dgm:t>
    </dgm:pt>
    <dgm:pt modelId="{DECDDA51-44F1-47AB-9960-407FDF84C2DA}" type="sibTrans" cxnId="{05C152C4-23AF-4D56-9874-317946F6AF48}">
      <dgm:prSet/>
      <dgm:spPr/>
      <dgm:t>
        <a:bodyPr/>
        <a:lstStyle/>
        <a:p>
          <a:endParaRPr lang="en-US"/>
        </a:p>
      </dgm:t>
    </dgm:pt>
    <dgm:pt modelId="{3530FDDA-5A88-46E3-B3F9-A71B85CD23C4}">
      <dgm:prSet/>
      <dgm:spPr/>
      <dgm:t>
        <a:bodyPr/>
        <a:lstStyle/>
        <a:p>
          <a:r>
            <a:rPr lang="es-CL" b="1"/>
            <a:t>Inasistencias y horas ociosas:</a:t>
          </a:r>
          <a:r>
            <a:rPr lang="es-CL"/>
            <a:t> Agendamiento informal y falta de mecanismos rápidos de autogestión de citas.</a:t>
          </a:r>
          <a:endParaRPr lang="en-US"/>
        </a:p>
      </dgm:t>
    </dgm:pt>
    <dgm:pt modelId="{3C107191-665A-4C72-A96C-691B3FCC541B}" type="parTrans" cxnId="{557E92AE-B1A4-41EE-83B9-AE0B23033C44}">
      <dgm:prSet/>
      <dgm:spPr/>
      <dgm:t>
        <a:bodyPr/>
        <a:lstStyle/>
        <a:p>
          <a:endParaRPr lang="en-US"/>
        </a:p>
      </dgm:t>
    </dgm:pt>
    <dgm:pt modelId="{802929B0-367B-4838-A5B4-8CD1E1A04844}" type="sibTrans" cxnId="{557E92AE-B1A4-41EE-83B9-AE0B23033C44}">
      <dgm:prSet/>
      <dgm:spPr/>
      <dgm:t>
        <a:bodyPr/>
        <a:lstStyle/>
        <a:p>
          <a:endParaRPr lang="en-US"/>
        </a:p>
      </dgm:t>
    </dgm:pt>
    <dgm:pt modelId="{DF6ED21D-601A-42D6-9411-84F9C91B0B0C}" type="pres">
      <dgm:prSet presAssocID="{3EE78DAA-99C4-4C9D-B3D5-4262BC9A242F}" presName="linear" presStyleCnt="0">
        <dgm:presLayoutVars>
          <dgm:dir/>
          <dgm:animLvl val="lvl"/>
          <dgm:resizeHandles val="exact"/>
        </dgm:presLayoutVars>
      </dgm:prSet>
      <dgm:spPr/>
    </dgm:pt>
    <dgm:pt modelId="{D8708897-DEFC-4A3C-BAC6-1953DE49C1B0}" type="pres">
      <dgm:prSet presAssocID="{AB7C4510-7E4F-4330-8EF2-2C487F17A401}" presName="parentLin" presStyleCnt="0"/>
      <dgm:spPr/>
    </dgm:pt>
    <dgm:pt modelId="{0BDE0BB1-7672-48D2-9D99-EC71B80A7433}" type="pres">
      <dgm:prSet presAssocID="{AB7C4510-7E4F-4330-8EF2-2C487F17A401}" presName="parentLeftMargin" presStyleLbl="node1" presStyleIdx="0" presStyleCnt="2"/>
      <dgm:spPr/>
    </dgm:pt>
    <dgm:pt modelId="{A1E654C1-E065-407B-B439-E95E724D5935}" type="pres">
      <dgm:prSet presAssocID="{AB7C4510-7E4F-4330-8EF2-2C487F17A40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0273B38-A20C-4411-B3DB-5AEB457CD31E}" type="pres">
      <dgm:prSet presAssocID="{AB7C4510-7E4F-4330-8EF2-2C487F17A401}" presName="negativeSpace" presStyleCnt="0"/>
      <dgm:spPr/>
    </dgm:pt>
    <dgm:pt modelId="{36110F42-E151-4869-870D-7EDDF4DC68D9}" type="pres">
      <dgm:prSet presAssocID="{AB7C4510-7E4F-4330-8EF2-2C487F17A401}" presName="childText" presStyleLbl="conFgAcc1" presStyleIdx="0" presStyleCnt="2">
        <dgm:presLayoutVars>
          <dgm:bulletEnabled val="1"/>
        </dgm:presLayoutVars>
      </dgm:prSet>
      <dgm:spPr/>
    </dgm:pt>
    <dgm:pt modelId="{F690EE94-334A-46C1-B38B-D47458BCE42A}" type="pres">
      <dgm:prSet presAssocID="{21E03C10-2BBD-4AEA-AEC3-A6E83ECB4703}" presName="spaceBetweenRectangles" presStyleCnt="0"/>
      <dgm:spPr/>
    </dgm:pt>
    <dgm:pt modelId="{4F912CC3-A481-4B80-85DE-F0ED24920341}" type="pres">
      <dgm:prSet presAssocID="{A95C49EE-B2D8-4B30-AB03-E29568620353}" presName="parentLin" presStyleCnt="0"/>
      <dgm:spPr/>
    </dgm:pt>
    <dgm:pt modelId="{83CE2B0F-6E93-4B85-8355-0AFD0A674602}" type="pres">
      <dgm:prSet presAssocID="{A95C49EE-B2D8-4B30-AB03-E29568620353}" presName="parentLeftMargin" presStyleLbl="node1" presStyleIdx="0" presStyleCnt="2"/>
      <dgm:spPr/>
    </dgm:pt>
    <dgm:pt modelId="{97385B8A-7A05-41F9-813F-9A11AA6271C7}" type="pres">
      <dgm:prSet presAssocID="{A95C49EE-B2D8-4B30-AB03-E2956862035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2375746-F33E-4230-A610-8370C6E343D4}" type="pres">
      <dgm:prSet presAssocID="{A95C49EE-B2D8-4B30-AB03-E29568620353}" presName="negativeSpace" presStyleCnt="0"/>
      <dgm:spPr/>
    </dgm:pt>
    <dgm:pt modelId="{1041D553-533A-47FC-A172-3050ECFFD6ED}" type="pres">
      <dgm:prSet presAssocID="{A95C49EE-B2D8-4B30-AB03-E2956862035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AEB5601-BB0F-454F-9527-8E3A4430E845}" type="presOf" srcId="{A95C49EE-B2D8-4B30-AB03-E29568620353}" destId="{97385B8A-7A05-41F9-813F-9A11AA6271C7}" srcOrd="1" destOrd="0" presId="urn:microsoft.com/office/officeart/2005/8/layout/list1"/>
    <dgm:cxn modelId="{7E2DDC01-CC8F-4397-B34E-5FED433945EE}" type="presOf" srcId="{A95C49EE-B2D8-4B30-AB03-E29568620353}" destId="{83CE2B0F-6E93-4B85-8355-0AFD0A674602}" srcOrd="0" destOrd="0" presId="urn:microsoft.com/office/officeart/2005/8/layout/list1"/>
    <dgm:cxn modelId="{EB59C80C-E391-48F2-84B6-D886C94300FD}" srcId="{AB7C4510-7E4F-4330-8EF2-2C487F17A401}" destId="{6FEDAD44-21FA-4981-9360-30BB84C86546}" srcOrd="0" destOrd="0" parTransId="{D4734492-8183-4ABC-BD87-006F28BB757F}" sibTransId="{9A8705F6-C3E5-4BCD-B822-9108FDD90F40}"/>
    <dgm:cxn modelId="{A922F225-15FA-4FD4-9D98-C338CA96C536}" type="presOf" srcId="{6FEDAD44-21FA-4981-9360-30BB84C86546}" destId="{36110F42-E151-4869-870D-7EDDF4DC68D9}" srcOrd="0" destOrd="0" presId="urn:microsoft.com/office/officeart/2005/8/layout/list1"/>
    <dgm:cxn modelId="{6BE3E23F-F096-43B7-AA5F-4725B2A9DBF4}" type="presOf" srcId="{AB7C4510-7E4F-4330-8EF2-2C487F17A401}" destId="{0BDE0BB1-7672-48D2-9D99-EC71B80A7433}" srcOrd="0" destOrd="0" presId="urn:microsoft.com/office/officeart/2005/8/layout/list1"/>
    <dgm:cxn modelId="{2E2FEA8E-3861-4A30-A29A-3A7D28914017}" type="presOf" srcId="{3530FDDA-5A88-46E3-B3F9-A71B85CD23C4}" destId="{1041D553-533A-47FC-A172-3050ECFFD6ED}" srcOrd="0" destOrd="2" presId="urn:microsoft.com/office/officeart/2005/8/layout/list1"/>
    <dgm:cxn modelId="{909B7E9E-5342-4B75-A057-85D2EA5D91F7}" type="presOf" srcId="{8C66AE73-79FD-4A4C-97A8-AFF8CAED6143}" destId="{1041D553-533A-47FC-A172-3050ECFFD6ED}" srcOrd="0" destOrd="0" presId="urn:microsoft.com/office/officeart/2005/8/layout/list1"/>
    <dgm:cxn modelId="{1A7936A2-24E7-4CD1-9F07-A255EB20B221}" type="presOf" srcId="{AB7C4510-7E4F-4330-8EF2-2C487F17A401}" destId="{A1E654C1-E065-407B-B439-E95E724D5935}" srcOrd="1" destOrd="0" presId="urn:microsoft.com/office/officeart/2005/8/layout/list1"/>
    <dgm:cxn modelId="{557E92AE-B1A4-41EE-83B9-AE0B23033C44}" srcId="{A95C49EE-B2D8-4B30-AB03-E29568620353}" destId="{3530FDDA-5A88-46E3-B3F9-A71B85CD23C4}" srcOrd="2" destOrd="0" parTransId="{3C107191-665A-4C72-A96C-691B3FCC541B}" sibTransId="{802929B0-367B-4838-A5B4-8CD1E1A04844}"/>
    <dgm:cxn modelId="{05C152C4-23AF-4D56-9874-317946F6AF48}" srcId="{A95C49EE-B2D8-4B30-AB03-E29568620353}" destId="{6F210F21-BBE7-426B-B494-F7AF2B255E5A}" srcOrd="1" destOrd="0" parTransId="{91747CAD-FD20-4B1F-A864-ED2319EBC2D9}" sibTransId="{DECDDA51-44F1-47AB-9960-407FDF84C2DA}"/>
    <dgm:cxn modelId="{B8DE57C5-E453-4E07-A551-F4EEC336A8D2}" type="presOf" srcId="{6F210F21-BBE7-426B-B494-F7AF2B255E5A}" destId="{1041D553-533A-47FC-A172-3050ECFFD6ED}" srcOrd="0" destOrd="1" presId="urn:microsoft.com/office/officeart/2005/8/layout/list1"/>
    <dgm:cxn modelId="{1501ACE6-5BFF-4785-AAE8-7979D44431C4}" srcId="{3EE78DAA-99C4-4C9D-B3D5-4262BC9A242F}" destId="{A95C49EE-B2D8-4B30-AB03-E29568620353}" srcOrd="1" destOrd="0" parTransId="{05AFB615-EDAD-4D98-BA4A-58265465A16F}" sibTransId="{6246BF52-7E30-4F15-8E2A-43048DAF11FC}"/>
    <dgm:cxn modelId="{A63BB3E9-8EEE-4CF3-87DB-DCCEE98D67CC}" srcId="{3EE78DAA-99C4-4C9D-B3D5-4262BC9A242F}" destId="{AB7C4510-7E4F-4330-8EF2-2C487F17A401}" srcOrd="0" destOrd="0" parTransId="{0531D967-BF24-464B-8395-707AA10C51EC}" sibTransId="{21E03C10-2BBD-4AEA-AEC3-A6E83ECB4703}"/>
    <dgm:cxn modelId="{251091F9-63CD-44DF-8FF9-72007287B843}" type="presOf" srcId="{3EE78DAA-99C4-4C9D-B3D5-4262BC9A242F}" destId="{DF6ED21D-601A-42D6-9411-84F9C91B0B0C}" srcOrd="0" destOrd="0" presId="urn:microsoft.com/office/officeart/2005/8/layout/list1"/>
    <dgm:cxn modelId="{05CFE0FC-DFEB-4DBD-9C4F-779AC014B87E}" srcId="{A95C49EE-B2D8-4B30-AB03-E29568620353}" destId="{8C66AE73-79FD-4A4C-97A8-AFF8CAED6143}" srcOrd="0" destOrd="0" parTransId="{5D370D0E-E78A-473C-9EFF-4057EDE6132D}" sibTransId="{FD7D6629-075A-4495-BF13-B55ADA985008}"/>
    <dgm:cxn modelId="{0990A9C0-B43C-4414-8FAC-5AB7739E5692}" type="presParOf" srcId="{DF6ED21D-601A-42D6-9411-84F9C91B0B0C}" destId="{D8708897-DEFC-4A3C-BAC6-1953DE49C1B0}" srcOrd="0" destOrd="0" presId="urn:microsoft.com/office/officeart/2005/8/layout/list1"/>
    <dgm:cxn modelId="{FD5E72E7-65EA-4C4B-9D5D-8D8CCB687FD4}" type="presParOf" srcId="{D8708897-DEFC-4A3C-BAC6-1953DE49C1B0}" destId="{0BDE0BB1-7672-48D2-9D99-EC71B80A7433}" srcOrd="0" destOrd="0" presId="urn:microsoft.com/office/officeart/2005/8/layout/list1"/>
    <dgm:cxn modelId="{EFB7F123-FF6E-47F6-9D38-B8D7EACA2A66}" type="presParOf" srcId="{D8708897-DEFC-4A3C-BAC6-1953DE49C1B0}" destId="{A1E654C1-E065-407B-B439-E95E724D5935}" srcOrd="1" destOrd="0" presId="urn:microsoft.com/office/officeart/2005/8/layout/list1"/>
    <dgm:cxn modelId="{48F7E040-C3B7-4A6A-AA03-5EA319AC94A5}" type="presParOf" srcId="{DF6ED21D-601A-42D6-9411-84F9C91B0B0C}" destId="{50273B38-A20C-4411-B3DB-5AEB457CD31E}" srcOrd="1" destOrd="0" presId="urn:microsoft.com/office/officeart/2005/8/layout/list1"/>
    <dgm:cxn modelId="{AF756D9F-3287-4946-AE86-D3CD1C5C3E26}" type="presParOf" srcId="{DF6ED21D-601A-42D6-9411-84F9C91B0B0C}" destId="{36110F42-E151-4869-870D-7EDDF4DC68D9}" srcOrd="2" destOrd="0" presId="urn:microsoft.com/office/officeart/2005/8/layout/list1"/>
    <dgm:cxn modelId="{1D1B2DDA-28A5-4EAC-9BA5-3DAC0CA9CD6C}" type="presParOf" srcId="{DF6ED21D-601A-42D6-9411-84F9C91B0B0C}" destId="{F690EE94-334A-46C1-B38B-D47458BCE42A}" srcOrd="3" destOrd="0" presId="urn:microsoft.com/office/officeart/2005/8/layout/list1"/>
    <dgm:cxn modelId="{40CA7D6B-89AA-4B5F-BE9F-AD6D5A01A99C}" type="presParOf" srcId="{DF6ED21D-601A-42D6-9411-84F9C91B0B0C}" destId="{4F912CC3-A481-4B80-85DE-F0ED24920341}" srcOrd="4" destOrd="0" presId="urn:microsoft.com/office/officeart/2005/8/layout/list1"/>
    <dgm:cxn modelId="{8C01C58A-F81D-489E-9B59-60C06EB434F7}" type="presParOf" srcId="{4F912CC3-A481-4B80-85DE-F0ED24920341}" destId="{83CE2B0F-6E93-4B85-8355-0AFD0A674602}" srcOrd="0" destOrd="0" presId="urn:microsoft.com/office/officeart/2005/8/layout/list1"/>
    <dgm:cxn modelId="{B5DA3225-4482-4B58-81A9-3E931A81BA1C}" type="presParOf" srcId="{4F912CC3-A481-4B80-85DE-F0ED24920341}" destId="{97385B8A-7A05-41F9-813F-9A11AA6271C7}" srcOrd="1" destOrd="0" presId="urn:microsoft.com/office/officeart/2005/8/layout/list1"/>
    <dgm:cxn modelId="{3B271821-0FFB-4E99-9BAB-2FE11215CE5F}" type="presParOf" srcId="{DF6ED21D-601A-42D6-9411-84F9C91B0B0C}" destId="{12375746-F33E-4230-A610-8370C6E343D4}" srcOrd="5" destOrd="0" presId="urn:microsoft.com/office/officeart/2005/8/layout/list1"/>
    <dgm:cxn modelId="{007D8D40-6D01-4C9C-A34E-1ABF05C8162E}" type="presParOf" srcId="{DF6ED21D-601A-42D6-9411-84F9C91B0B0C}" destId="{1041D553-533A-47FC-A172-3050ECFFD6E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8C5C29-735B-4F8E-85EA-6F5332F113BC}" type="doc">
      <dgm:prSet loTypeId="urn:microsoft.com/office/officeart/2005/8/layout/list1" loCatId="list" qsTypeId="urn:microsoft.com/office/officeart/2005/8/quickstyle/simple1#2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FB32B823-1FEA-480B-AF71-E0EC7E8E44C2}">
      <dgm:prSet/>
      <dgm:spPr/>
      <dgm:t>
        <a:bodyPr/>
        <a:lstStyle/>
        <a:p>
          <a:r>
            <a:rPr lang="es-CL" b="1"/>
            <a:t>Objetivo General:</a:t>
          </a:r>
          <a:endParaRPr lang="en-US"/>
        </a:p>
      </dgm:t>
    </dgm:pt>
    <dgm:pt modelId="{D667444E-5198-420E-A338-E4C9C5358000}" type="parTrans" cxnId="{85CA0CF9-6797-4D28-A366-8B6F325AA5BB}">
      <dgm:prSet/>
      <dgm:spPr/>
      <dgm:t>
        <a:bodyPr/>
        <a:lstStyle/>
        <a:p>
          <a:endParaRPr lang="en-US"/>
        </a:p>
      </dgm:t>
    </dgm:pt>
    <dgm:pt modelId="{AFB13F5B-9FBA-4173-9EB2-1374B847F67C}" type="sibTrans" cxnId="{85CA0CF9-6797-4D28-A366-8B6F325AA5BB}">
      <dgm:prSet/>
      <dgm:spPr/>
      <dgm:t>
        <a:bodyPr/>
        <a:lstStyle/>
        <a:p>
          <a:endParaRPr lang="en-US"/>
        </a:p>
      </dgm:t>
    </dgm:pt>
    <dgm:pt modelId="{29A4A2DF-78FB-4D0A-9741-CBB0C126B6DD}">
      <dgm:prSet/>
      <dgm:spPr/>
      <dgm:t>
        <a:bodyPr/>
        <a:lstStyle/>
        <a:p>
          <a:r>
            <a:rPr lang="es-CL"/>
            <a:t>Desarrollar e implementar una solución tecnológica integral para la gestión académica y el agendamiento dinámico de la Escuela de Conductores Futuro.</a:t>
          </a:r>
          <a:endParaRPr lang="en-US"/>
        </a:p>
      </dgm:t>
    </dgm:pt>
    <dgm:pt modelId="{08F2C77F-098C-466F-886D-DFE83AE03767}" type="parTrans" cxnId="{5A1B5054-4B9A-45EA-9FAC-E1120DD83A32}">
      <dgm:prSet/>
      <dgm:spPr/>
      <dgm:t>
        <a:bodyPr/>
        <a:lstStyle/>
        <a:p>
          <a:endParaRPr lang="en-US"/>
        </a:p>
      </dgm:t>
    </dgm:pt>
    <dgm:pt modelId="{AD62FBCC-21E8-43DC-9A8A-21F293E0E174}" type="sibTrans" cxnId="{5A1B5054-4B9A-45EA-9FAC-E1120DD83A32}">
      <dgm:prSet/>
      <dgm:spPr/>
      <dgm:t>
        <a:bodyPr/>
        <a:lstStyle/>
        <a:p>
          <a:endParaRPr lang="en-US"/>
        </a:p>
      </dgm:t>
    </dgm:pt>
    <dgm:pt modelId="{1A3BD15C-6E7F-46DE-B73D-0F3DCF4EB1E3}">
      <dgm:prSet/>
      <dgm:spPr/>
      <dgm:t>
        <a:bodyPr/>
        <a:lstStyle/>
        <a:p>
          <a:r>
            <a:rPr lang="es-CL" b="1"/>
            <a:t>Objetivos Específicos:</a:t>
          </a:r>
          <a:endParaRPr lang="en-US"/>
        </a:p>
      </dgm:t>
    </dgm:pt>
    <dgm:pt modelId="{FE81E1C3-B83D-4160-9367-2760D9C9FCA5}" type="parTrans" cxnId="{32798BF9-DDC1-419D-A4F7-C83A4033A996}">
      <dgm:prSet/>
      <dgm:spPr/>
      <dgm:t>
        <a:bodyPr/>
        <a:lstStyle/>
        <a:p>
          <a:endParaRPr lang="en-US"/>
        </a:p>
      </dgm:t>
    </dgm:pt>
    <dgm:pt modelId="{6300446D-8601-48AF-AC43-BFDF08B128BC}" type="sibTrans" cxnId="{32798BF9-DDC1-419D-A4F7-C83A4033A996}">
      <dgm:prSet/>
      <dgm:spPr/>
      <dgm:t>
        <a:bodyPr/>
        <a:lstStyle/>
        <a:p>
          <a:endParaRPr lang="en-US"/>
        </a:p>
      </dgm:t>
    </dgm:pt>
    <dgm:pt modelId="{BA34BD8D-F5A2-4B71-A210-A36A8F794E7A}">
      <dgm:prSet/>
      <dgm:spPr/>
      <dgm:t>
        <a:bodyPr/>
        <a:lstStyle/>
        <a:p>
          <a:r>
            <a:rPr lang="es-CL"/>
            <a:t>Construir un modelo de datos escalable y multisede con soporte de concurrencia.</a:t>
          </a:r>
          <a:endParaRPr lang="en-US"/>
        </a:p>
      </dgm:t>
    </dgm:pt>
    <dgm:pt modelId="{5C68DBF0-F77E-4454-8559-AA7F5D49F1B8}" type="parTrans" cxnId="{D5932A9A-43E4-4E19-B24E-74B40B26E252}">
      <dgm:prSet/>
      <dgm:spPr/>
      <dgm:t>
        <a:bodyPr/>
        <a:lstStyle/>
        <a:p>
          <a:endParaRPr lang="en-US"/>
        </a:p>
      </dgm:t>
    </dgm:pt>
    <dgm:pt modelId="{8E78EA38-5B76-4FEC-8C06-9D837D895AF8}" type="sibTrans" cxnId="{D5932A9A-43E4-4E19-B24E-74B40B26E252}">
      <dgm:prSet/>
      <dgm:spPr/>
      <dgm:t>
        <a:bodyPr/>
        <a:lstStyle/>
        <a:p>
          <a:endParaRPr lang="en-US"/>
        </a:p>
      </dgm:t>
    </dgm:pt>
    <dgm:pt modelId="{2589BC51-E7B9-4E64-8E0F-B4C40310FF20}">
      <dgm:prSet/>
      <dgm:spPr/>
      <dgm:t>
        <a:bodyPr/>
        <a:lstStyle/>
        <a:p>
          <a:r>
            <a:rPr lang="es-CL"/>
            <a:t>Diseñar la arquitectura modular del sistema mediante API REST y control de acceso (RBAC).</a:t>
          </a:r>
          <a:endParaRPr lang="en-US"/>
        </a:p>
      </dgm:t>
    </dgm:pt>
    <dgm:pt modelId="{4BAEDE14-E6E4-4691-8EB8-C6843ABF2D8B}" type="parTrans" cxnId="{B56AB9BA-6D99-4274-BC2F-E1F75BF2AF6E}">
      <dgm:prSet/>
      <dgm:spPr/>
      <dgm:t>
        <a:bodyPr/>
        <a:lstStyle/>
        <a:p>
          <a:endParaRPr lang="en-US"/>
        </a:p>
      </dgm:t>
    </dgm:pt>
    <dgm:pt modelId="{1CD88591-F550-4344-9333-D8872C3D5A99}" type="sibTrans" cxnId="{B56AB9BA-6D99-4274-BC2F-E1F75BF2AF6E}">
      <dgm:prSet/>
      <dgm:spPr/>
      <dgm:t>
        <a:bodyPr/>
        <a:lstStyle/>
        <a:p>
          <a:endParaRPr lang="en-US"/>
        </a:p>
      </dgm:t>
    </dgm:pt>
    <dgm:pt modelId="{0932E61C-E510-467A-9553-02C93C86DC3C}">
      <dgm:prSet/>
      <dgm:spPr/>
      <dgm:t>
        <a:bodyPr/>
        <a:lstStyle/>
        <a:p>
          <a:r>
            <a:rPr lang="es-CL"/>
            <a:t>Implementar un plan de aseguramiento de calidad con pruebas unitarias y de integración continuas.</a:t>
          </a:r>
          <a:endParaRPr lang="en-US"/>
        </a:p>
      </dgm:t>
    </dgm:pt>
    <dgm:pt modelId="{23398C80-24DD-45D7-AE36-88CCB4FAA738}" type="parTrans" cxnId="{B05498E3-2908-4876-B099-8AF6597FFDE5}">
      <dgm:prSet/>
      <dgm:spPr/>
      <dgm:t>
        <a:bodyPr/>
        <a:lstStyle/>
        <a:p>
          <a:endParaRPr lang="en-US"/>
        </a:p>
      </dgm:t>
    </dgm:pt>
    <dgm:pt modelId="{C01DC5C4-F583-430C-8380-0C9567A38A79}" type="sibTrans" cxnId="{B05498E3-2908-4876-B099-8AF6597FFDE5}">
      <dgm:prSet/>
      <dgm:spPr/>
      <dgm:t>
        <a:bodyPr/>
        <a:lstStyle/>
        <a:p>
          <a:endParaRPr lang="en-US"/>
        </a:p>
      </dgm:t>
    </dgm:pt>
    <dgm:pt modelId="{DC54702F-325D-4170-B362-BB644675F91A}">
      <dgm:prSet/>
      <dgm:spPr/>
      <dgm:t>
        <a:bodyPr/>
        <a:lstStyle/>
        <a:p>
          <a:r>
            <a:rPr lang="es-CL"/>
            <a:t>Desplegar la infraestructura contenerizada mediante Docker y Docker Compose.</a:t>
          </a:r>
          <a:endParaRPr lang="en-US"/>
        </a:p>
      </dgm:t>
    </dgm:pt>
    <dgm:pt modelId="{DF96F1E9-5AAC-4F2F-9BAC-B4F0654F793A}" type="parTrans" cxnId="{741EAFBD-86E6-4915-B4B9-B2603DA91430}">
      <dgm:prSet/>
      <dgm:spPr/>
      <dgm:t>
        <a:bodyPr/>
        <a:lstStyle/>
        <a:p>
          <a:endParaRPr lang="en-US"/>
        </a:p>
      </dgm:t>
    </dgm:pt>
    <dgm:pt modelId="{FD5783BA-BF46-45BD-B835-E699E0A697CC}" type="sibTrans" cxnId="{741EAFBD-86E6-4915-B4B9-B2603DA91430}">
      <dgm:prSet/>
      <dgm:spPr/>
      <dgm:t>
        <a:bodyPr/>
        <a:lstStyle/>
        <a:p>
          <a:endParaRPr lang="en-US"/>
        </a:p>
      </dgm:t>
    </dgm:pt>
    <dgm:pt modelId="{3B5A8F87-A94D-4BF1-868A-FA27C6C52114}" type="pres">
      <dgm:prSet presAssocID="{A98C5C29-735B-4F8E-85EA-6F5332F113BC}" presName="linear" presStyleCnt="0">
        <dgm:presLayoutVars>
          <dgm:dir/>
          <dgm:animLvl val="lvl"/>
          <dgm:resizeHandles val="exact"/>
        </dgm:presLayoutVars>
      </dgm:prSet>
      <dgm:spPr/>
    </dgm:pt>
    <dgm:pt modelId="{414D9D70-E387-4D22-A31F-0C1BA2788137}" type="pres">
      <dgm:prSet presAssocID="{FB32B823-1FEA-480B-AF71-E0EC7E8E44C2}" presName="parentLin" presStyleCnt="0"/>
      <dgm:spPr/>
    </dgm:pt>
    <dgm:pt modelId="{D0A8AE46-D9CC-4F51-9782-3B67E06AC326}" type="pres">
      <dgm:prSet presAssocID="{FB32B823-1FEA-480B-AF71-E0EC7E8E44C2}" presName="parentLeftMargin" presStyleLbl="node1" presStyleIdx="0" presStyleCnt="2"/>
      <dgm:spPr/>
    </dgm:pt>
    <dgm:pt modelId="{C9C5FF8B-BF84-4B18-A294-AD572E5B275C}" type="pres">
      <dgm:prSet presAssocID="{FB32B823-1FEA-480B-AF71-E0EC7E8E44C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C892E0B-85C0-4EE5-8198-83882CF36ABB}" type="pres">
      <dgm:prSet presAssocID="{FB32B823-1FEA-480B-AF71-E0EC7E8E44C2}" presName="negativeSpace" presStyleCnt="0"/>
      <dgm:spPr/>
    </dgm:pt>
    <dgm:pt modelId="{61A08258-1B44-469A-9434-C6C67BC8939B}" type="pres">
      <dgm:prSet presAssocID="{FB32B823-1FEA-480B-AF71-E0EC7E8E44C2}" presName="childText" presStyleLbl="conFgAcc1" presStyleIdx="0" presStyleCnt="2">
        <dgm:presLayoutVars>
          <dgm:bulletEnabled val="1"/>
        </dgm:presLayoutVars>
      </dgm:prSet>
      <dgm:spPr/>
    </dgm:pt>
    <dgm:pt modelId="{ADBD1DF6-0E74-4381-AB99-3AFAE145BF8A}" type="pres">
      <dgm:prSet presAssocID="{AFB13F5B-9FBA-4173-9EB2-1374B847F67C}" presName="spaceBetweenRectangles" presStyleCnt="0"/>
      <dgm:spPr/>
    </dgm:pt>
    <dgm:pt modelId="{7019D471-C04D-4D0C-BB8B-78C1BC744D6C}" type="pres">
      <dgm:prSet presAssocID="{1A3BD15C-6E7F-46DE-B73D-0F3DCF4EB1E3}" presName="parentLin" presStyleCnt="0"/>
      <dgm:spPr/>
    </dgm:pt>
    <dgm:pt modelId="{C478A998-FE3B-4D78-9C2A-159776EC6738}" type="pres">
      <dgm:prSet presAssocID="{1A3BD15C-6E7F-46DE-B73D-0F3DCF4EB1E3}" presName="parentLeftMargin" presStyleLbl="node1" presStyleIdx="0" presStyleCnt="2"/>
      <dgm:spPr/>
    </dgm:pt>
    <dgm:pt modelId="{ED0FED11-947A-402E-8941-19A4240D5268}" type="pres">
      <dgm:prSet presAssocID="{1A3BD15C-6E7F-46DE-B73D-0F3DCF4EB1E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4EEBC1B-C262-4B9B-A3F9-0EBFCC84D4E4}" type="pres">
      <dgm:prSet presAssocID="{1A3BD15C-6E7F-46DE-B73D-0F3DCF4EB1E3}" presName="negativeSpace" presStyleCnt="0"/>
      <dgm:spPr/>
    </dgm:pt>
    <dgm:pt modelId="{39D020E4-0A93-48F5-A91C-9DBFDAA0997D}" type="pres">
      <dgm:prSet presAssocID="{1A3BD15C-6E7F-46DE-B73D-0F3DCF4EB1E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93FFB80A-61DD-49B5-A1A7-95514CCD9430}" type="presOf" srcId="{0932E61C-E510-467A-9553-02C93C86DC3C}" destId="{39D020E4-0A93-48F5-A91C-9DBFDAA0997D}" srcOrd="0" destOrd="2" presId="urn:microsoft.com/office/officeart/2005/8/layout/list1"/>
    <dgm:cxn modelId="{E072AE0E-A7D2-4C1F-B270-F412547125A7}" type="presOf" srcId="{DC54702F-325D-4170-B362-BB644675F91A}" destId="{39D020E4-0A93-48F5-A91C-9DBFDAA0997D}" srcOrd="0" destOrd="3" presId="urn:microsoft.com/office/officeart/2005/8/layout/list1"/>
    <dgm:cxn modelId="{4B189333-86EB-40F6-8720-13EB875C5592}" type="presOf" srcId="{1A3BD15C-6E7F-46DE-B73D-0F3DCF4EB1E3}" destId="{ED0FED11-947A-402E-8941-19A4240D5268}" srcOrd="1" destOrd="0" presId="urn:microsoft.com/office/officeart/2005/8/layout/list1"/>
    <dgm:cxn modelId="{1FE79342-F9E2-461B-A992-5756520D3529}" type="presOf" srcId="{29A4A2DF-78FB-4D0A-9741-CBB0C126B6DD}" destId="{61A08258-1B44-469A-9434-C6C67BC8939B}" srcOrd="0" destOrd="0" presId="urn:microsoft.com/office/officeart/2005/8/layout/list1"/>
    <dgm:cxn modelId="{7223CB4D-575F-4B6E-B8A2-086BBE992F3A}" type="presOf" srcId="{FB32B823-1FEA-480B-AF71-E0EC7E8E44C2}" destId="{C9C5FF8B-BF84-4B18-A294-AD572E5B275C}" srcOrd="1" destOrd="0" presId="urn:microsoft.com/office/officeart/2005/8/layout/list1"/>
    <dgm:cxn modelId="{6BF0BB73-B8B5-4A03-ACE2-1041BA4D1C25}" type="presOf" srcId="{A98C5C29-735B-4F8E-85EA-6F5332F113BC}" destId="{3B5A8F87-A94D-4BF1-868A-FA27C6C52114}" srcOrd="0" destOrd="0" presId="urn:microsoft.com/office/officeart/2005/8/layout/list1"/>
    <dgm:cxn modelId="{5A1B5054-4B9A-45EA-9FAC-E1120DD83A32}" srcId="{FB32B823-1FEA-480B-AF71-E0EC7E8E44C2}" destId="{29A4A2DF-78FB-4D0A-9741-CBB0C126B6DD}" srcOrd="0" destOrd="0" parTransId="{08F2C77F-098C-466F-886D-DFE83AE03767}" sibTransId="{AD62FBCC-21E8-43DC-9A8A-21F293E0E174}"/>
    <dgm:cxn modelId="{C2A8AD7F-9C2C-41ED-ABEC-E06B64FC2126}" type="presOf" srcId="{FB32B823-1FEA-480B-AF71-E0EC7E8E44C2}" destId="{D0A8AE46-D9CC-4F51-9782-3B67E06AC326}" srcOrd="0" destOrd="0" presId="urn:microsoft.com/office/officeart/2005/8/layout/list1"/>
    <dgm:cxn modelId="{D5932A9A-43E4-4E19-B24E-74B40B26E252}" srcId="{1A3BD15C-6E7F-46DE-B73D-0F3DCF4EB1E3}" destId="{BA34BD8D-F5A2-4B71-A210-A36A8F794E7A}" srcOrd="0" destOrd="0" parTransId="{5C68DBF0-F77E-4454-8559-AA7F5D49F1B8}" sibTransId="{8E78EA38-5B76-4FEC-8C06-9D837D895AF8}"/>
    <dgm:cxn modelId="{3EACE59B-E018-4877-8C78-FAD8F6751865}" type="presOf" srcId="{2589BC51-E7B9-4E64-8E0F-B4C40310FF20}" destId="{39D020E4-0A93-48F5-A91C-9DBFDAA0997D}" srcOrd="0" destOrd="1" presId="urn:microsoft.com/office/officeart/2005/8/layout/list1"/>
    <dgm:cxn modelId="{7014AB9F-8A39-4153-8354-7D29A4530FF2}" type="presOf" srcId="{BA34BD8D-F5A2-4B71-A210-A36A8F794E7A}" destId="{39D020E4-0A93-48F5-A91C-9DBFDAA0997D}" srcOrd="0" destOrd="0" presId="urn:microsoft.com/office/officeart/2005/8/layout/list1"/>
    <dgm:cxn modelId="{A145DBA9-AABB-4C8B-8A99-C6B2F023297A}" type="presOf" srcId="{1A3BD15C-6E7F-46DE-B73D-0F3DCF4EB1E3}" destId="{C478A998-FE3B-4D78-9C2A-159776EC6738}" srcOrd="0" destOrd="0" presId="urn:microsoft.com/office/officeart/2005/8/layout/list1"/>
    <dgm:cxn modelId="{B56AB9BA-6D99-4274-BC2F-E1F75BF2AF6E}" srcId="{1A3BD15C-6E7F-46DE-B73D-0F3DCF4EB1E3}" destId="{2589BC51-E7B9-4E64-8E0F-B4C40310FF20}" srcOrd="1" destOrd="0" parTransId="{4BAEDE14-E6E4-4691-8EB8-C6843ABF2D8B}" sibTransId="{1CD88591-F550-4344-9333-D8872C3D5A99}"/>
    <dgm:cxn modelId="{741EAFBD-86E6-4915-B4B9-B2603DA91430}" srcId="{1A3BD15C-6E7F-46DE-B73D-0F3DCF4EB1E3}" destId="{DC54702F-325D-4170-B362-BB644675F91A}" srcOrd="3" destOrd="0" parTransId="{DF96F1E9-5AAC-4F2F-9BAC-B4F0654F793A}" sibTransId="{FD5783BA-BF46-45BD-B835-E699E0A697CC}"/>
    <dgm:cxn modelId="{B05498E3-2908-4876-B099-8AF6597FFDE5}" srcId="{1A3BD15C-6E7F-46DE-B73D-0F3DCF4EB1E3}" destId="{0932E61C-E510-467A-9553-02C93C86DC3C}" srcOrd="2" destOrd="0" parTransId="{23398C80-24DD-45D7-AE36-88CCB4FAA738}" sibTransId="{C01DC5C4-F583-430C-8380-0C9567A38A79}"/>
    <dgm:cxn modelId="{85CA0CF9-6797-4D28-A366-8B6F325AA5BB}" srcId="{A98C5C29-735B-4F8E-85EA-6F5332F113BC}" destId="{FB32B823-1FEA-480B-AF71-E0EC7E8E44C2}" srcOrd="0" destOrd="0" parTransId="{D667444E-5198-420E-A338-E4C9C5358000}" sibTransId="{AFB13F5B-9FBA-4173-9EB2-1374B847F67C}"/>
    <dgm:cxn modelId="{32798BF9-DDC1-419D-A4F7-C83A4033A996}" srcId="{A98C5C29-735B-4F8E-85EA-6F5332F113BC}" destId="{1A3BD15C-6E7F-46DE-B73D-0F3DCF4EB1E3}" srcOrd="1" destOrd="0" parTransId="{FE81E1C3-B83D-4160-9367-2760D9C9FCA5}" sibTransId="{6300446D-8601-48AF-AC43-BFDF08B128BC}"/>
    <dgm:cxn modelId="{6FD81AFB-68D3-48B9-94E4-D28CF07F3DC3}" type="presParOf" srcId="{3B5A8F87-A94D-4BF1-868A-FA27C6C52114}" destId="{414D9D70-E387-4D22-A31F-0C1BA2788137}" srcOrd="0" destOrd="0" presId="urn:microsoft.com/office/officeart/2005/8/layout/list1"/>
    <dgm:cxn modelId="{AEEAE1F6-20C1-4DC9-B2AD-63F090481A8E}" type="presParOf" srcId="{414D9D70-E387-4D22-A31F-0C1BA2788137}" destId="{D0A8AE46-D9CC-4F51-9782-3B67E06AC326}" srcOrd="0" destOrd="0" presId="urn:microsoft.com/office/officeart/2005/8/layout/list1"/>
    <dgm:cxn modelId="{0B8C9287-23C4-4283-9298-5C9C59E1A4A0}" type="presParOf" srcId="{414D9D70-E387-4D22-A31F-0C1BA2788137}" destId="{C9C5FF8B-BF84-4B18-A294-AD572E5B275C}" srcOrd="1" destOrd="0" presId="urn:microsoft.com/office/officeart/2005/8/layout/list1"/>
    <dgm:cxn modelId="{8190CC92-699A-4D37-A848-153CDB3122FA}" type="presParOf" srcId="{3B5A8F87-A94D-4BF1-868A-FA27C6C52114}" destId="{4C892E0B-85C0-4EE5-8198-83882CF36ABB}" srcOrd="1" destOrd="0" presId="urn:microsoft.com/office/officeart/2005/8/layout/list1"/>
    <dgm:cxn modelId="{BF637B34-7EDA-4DA2-B391-EBE242C57A5E}" type="presParOf" srcId="{3B5A8F87-A94D-4BF1-868A-FA27C6C52114}" destId="{61A08258-1B44-469A-9434-C6C67BC8939B}" srcOrd="2" destOrd="0" presId="urn:microsoft.com/office/officeart/2005/8/layout/list1"/>
    <dgm:cxn modelId="{C9207CEF-5B4B-4A4E-A21C-B52F32DDF6A3}" type="presParOf" srcId="{3B5A8F87-A94D-4BF1-868A-FA27C6C52114}" destId="{ADBD1DF6-0E74-4381-AB99-3AFAE145BF8A}" srcOrd="3" destOrd="0" presId="urn:microsoft.com/office/officeart/2005/8/layout/list1"/>
    <dgm:cxn modelId="{0A23C9E0-988F-4241-913A-7954962B9A74}" type="presParOf" srcId="{3B5A8F87-A94D-4BF1-868A-FA27C6C52114}" destId="{7019D471-C04D-4D0C-BB8B-78C1BC744D6C}" srcOrd="4" destOrd="0" presId="urn:microsoft.com/office/officeart/2005/8/layout/list1"/>
    <dgm:cxn modelId="{48BD6AC7-665C-4AC8-B0C3-4AD1F3872EC5}" type="presParOf" srcId="{7019D471-C04D-4D0C-BB8B-78C1BC744D6C}" destId="{C478A998-FE3B-4D78-9C2A-159776EC6738}" srcOrd="0" destOrd="0" presId="urn:microsoft.com/office/officeart/2005/8/layout/list1"/>
    <dgm:cxn modelId="{9A6413E2-EC39-4694-A786-9E91C6388876}" type="presParOf" srcId="{7019D471-C04D-4D0C-BB8B-78C1BC744D6C}" destId="{ED0FED11-947A-402E-8941-19A4240D5268}" srcOrd="1" destOrd="0" presId="urn:microsoft.com/office/officeart/2005/8/layout/list1"/>
    <dgm:cxn modelId="{D382A340-156E-4969-A699-1B1661591064}" type="presParOf" srcId="{3B5A8F87-A94D-4BF1-868A-FA27C6C52114}" destId="{24EEBC1B-C262-4B9B-A3F9-0EBFCC84D4E4}" srcOrd="5" destOrd="0" presId="urn:microsoft.com/office/officeart/2005/8/layout/list1"/>
    <dgm:cxn modelId="{18A8602E-D648-4070-B2EF-1696FBFDC318}" type="presParOf" srcId="{3B5A8F87-A94D-4BF1-868A-FA27C6C52114}" destId="{39D020E4-0A93-48F5-A91C-9DBFDAA0997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6FFC04-1D27-48D0-B84C-2F02205ECDDC}" type="doc">
      <dgm:prSet loTypeId="urn:microsoft.com/office/officeart/2018/2/layout/IconLabelDescriptionList" loCatId="icon" qsTypeId="urn:microsoft.com/office/officeart/2005/8/quickstyle/simple1#3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001E4AC7-847A-47EB-A657-F5FBA85BBE2A}">
      <dgm:prSet/>
      <dgm:spPr/>
      <dgm:t>
        <a:bodyPr/>
        <a:lstStyle/>
        <a:p>
          <a:pPr>
            <a:defRPr b="1"/>
          </a:pPr>
          <a:r>
            <a:rPr lang="es-CL" b="1"/>
            <a:t>Metodología:</a:t>
          </a:r>
          <a:r>
            <a:rPr lang="es-CL"/>
            <a:t> Scrum con entregas iterativas e incrementales en 3 fases.</a:t>
          </a:r>
          <a:endParaRPr lang="en-US"/>
        </a:p>
      </dgm:t>
    </dgm:pt>
    <dgm:pt modelId="{7764BE6F-B7B4-4774-90D4-75C320D8C32B}" type="parTrans" cxnId="{9ED60F41-119B-461C-857A-7DC8439821F2}">
      <dgm:prSet/>
      <dgm:spPr/>
      <dgm:t>
        <a:bodyPr/>
        <a:lstStyle/>
        <a:p>
          <a:endParaRPr lang="en-US"/>
        </a:p>
      </dgm:t>
    </dgm:pt>
    <dgm:pt modelId="{767DCDA1-8B0F-46D0-8FFC-68F7C92D296F}" type="sibTrans" cxnId="{9ED60F41-119B-461C-857A-7DC8439821F2}">
      <dgm:prSet/>
      <dgm:spPr/>
      <dgm:t>
        <a:bodyPr/>
        <a:lstStyle/>
        <a:p>
          <a:endParaRPr lang="en-US"/>
        </a:p>
      </dgm:t>
    </dgm:pt>
    <dgm:pt modelId="{C3631716-9858-4A3B-8521-52CAA63818EA}">
      <dgm:prSet/>
      <dgm:spPr/>
      <dgm:t>
        <a:bodyPr/>
        <a:lstStyle/>
        <a:p>
          <a:pPr>
            <a:defRPr b="1"/>
          </a:pPr>
          <a:r>
            <a:rPr lang="es-CL" b="1"/>
            <a:t>Épicas del Proyecto:</a:t>
          </a:r>
          <a:endParaRPr lang="en-US"/>
        </a:p>
      </dgm:t>
    </dgm:pt>
    <dgm:pt modelId="{A6563314-B385-4042-BE16-936A306E8CA0}" type="parTrans" cxnId="{F143FFC2-C53B-4C01-A769-CCE1DA96EE7B}">
      <dgm:prSet/>
      <dgm:spPr/>
      <dgm:t>
        <a:bodyPr/>
        <a:lstStyle/>
        <a:p>
          <a:endParaRPr lang="en-US"/>
        </a:p>
      </dgm:t>
    </dgm:pt>
    <dgm:pt modelId="{D4F79D1E-A53B-4035-8842-32F39E033FA7}" type="sibTrans" cxnId="{F143FFC2-C53B-4C01-A769-CCE1DA96EE7B}">
      <dgm:prSet/>
      <dgm:spPr/>
      <dgm:t>
        <a:bodyPr/>
        <a:lstStyle/>
        <a:p>
          <a:endParaRPr lang="en-US"/>
        </a:p>
      </dgm:t>
    </dgm:pt>
    <dgm:pt modelId="{94AC7AFE-6538-498D-9032-15ED05116FB9}">
      <dgm:prSet/>
      <dgm:spPr/>
      <dgm:t>
        <a:bodyPr/>
        <a:lstStyle/>
        <a:p>
          <a:r>
            <a:rPr lang="es-CL" b="1"/>
            <a:t>EP-01:</a:t>
          </a:r>
          <a:r>
            <a:rPr lang="es-CL"/>
            <a:t> Portal Público y Preinscripción.</a:t>
          </a:r>
          <a:endParaRPr lang="en-US"/>
        </a:p>
      </dgm:t>
    </dgm:pt>
    <dgm:pt modelId="{F0DD66FF-C504-48AD-B467-EB30E5F828B5}" type="parTrans" cxnId="{1153341F-A2F8-4514-AFE1-E647A5E93658}">
      <dgm:prSet/>
      <dgm:spPr/>
      <dgm:t>
        <a:bodyPr/>
        <a:lstStyle/>
        <a:p>
          <a:endParaRPr lang="en-US"/>
        </a:p>
      </dgm:t>
    </dgm:pt>
    <dgm:pt modelId="{B095D3F1-2C83-4E95-930D-0E09FBBB019B}" type="sibTrans" cxnId="{1153341F-A2F8-4514-AFE1-E647A5E93658}">
      <dgm:prSet/>
      <dgm:spPr/>
      <dgm:t>
        <a:bodyPr/>
        <a:lstStyle/>
        <a:p>
          <a:endParaRPr lang="en-US"/>
        </a:p>
      </dgm:t>
    </dgm:pt>
    <dgm:pt modelId="{0FCA218E-4B54-41FD-B56D-DDD22569960A}">
      <dgm:prSet/>
      <dgm:spPr/>
      <dgm:t>
        <a:bodyPr/>
        <a:lstStyle/>
        <a:p>
          <a:r>
            <a:rPr lang="es-CL" b="1"/>
            <a:t>EP-02:</a:t>
          </a:r>
          <a:r>
            <a:rPr lang="es-CL"/>
            <a:t> Tarjeta Web del Estudiante.</a:t>
          </a:r>
          <a:endParaRPr lang="en-US"/>
        </a:p>
      </dgm:t>
    </dgm:pt>
    <dgm:pt modelId="{A19AD743-3B69-48C4-B2F5-72F980A968FF}" type="parTrans" cxnId="{A70B49C2-3BFA-45D7-B899-5E4295E07AFF}">
      <dgm:prSet/>
      <dgm:spPr/>
      <dgm:t>
        <a:bodyPr/>
        <a:lstStyle/>
        <a:p>
          <a:endParaRPr lang="en-US"/>
        </a:p>
      </dgm:t>
    </dgm:pt>
    <dgm:pt modelId="{AE1BA808-662A-4DA7-AFCA-8BBC2DF892FC}" type="sibTrans" cxnId="{A70B49C2-3BFA-45D7-B899-5E4295E07AFF}">
      <dgm:prSet/>
      <dgm:spPr/>
      <dgm:t>
        <a:bodyPr/>
        <a:lstStyle/>
        <a:p>
          <a:endParaRPr lang="en-US"/>
        </a:p>
      </dgm:t>
    </dgm:pt>
    <dgm:pt modelId="{1475C8F0-5FBD-4D1A-9E0B-0E05B860F16D}">
      <dgm:prSet/>
      <dgm:spPr/>
      <dgm:t>
        <a:bodyPr/>
        <a:lstStyle/>
        <a:p>
          <a:r>
            <a:rPr lang="es-CL" b="1"/>
            <a:t>EP-03:</a:t>
          </a:r>
          <a:r>
            <a:rPr lang="es-CL"/>
            <a:t> Motor de Agendamiento Dinámico y Restricción de Flota.</a:t>
          </a:r>
          <a:endParaRPr lang="en-US"/>
        </a:p>
      </dgm:t>
    </dgm:pt>
    <dgm:pt modelId="{BCBA9E82-40F0-4493-A048-543BF3554128}" type="parTrans" cxnId="{28EB1872-9C8A-4EB5-9FA5-33ABA7D61A0B}">
      <dgm:prSet/>
      <dgm:spPr/>
      <dgm:t>
        <a:bodyPr/>
        <a:lstStyle/>
        <a:p>
          <a:endParaRPr lang="en-US"/>
        </a:p>
      </dgm:t>
    </dgm:pt>
    <dgm:pt modelId="{422A8B90-67A5-459A-8779-253F4D4FC51B}" type="sibTrans" cxnId="{28EB1872-9C8A-4EB5-9FA5-33ABA7D61A0B}">
      <dgm:prSet/>
      <dgm:spPr/>
      <dgm:t>
        <a:bodyPr/>
        <a:lstStyle/>
        <a:p>
          <a:endParaRPr lang="en-US"/>
        </a:p>
      </dgm:t>
    </dgm:pt>
    <dgm:pt modelId="{8DBDEF05-07AE-4CB0-80CA-3FB9D959DEB1}">
      <dgm:prSet/>
      <dgm:spPr/>
      <dgm:t>
        <a:bodyPr/>
        <a:lstStyle/>
        <a:p>
          <a:r>
            <a:rPr lang="es-CL" b="1"/>
            <a:t>EP-04:</a:t>
          </a:r>
          <a:r>
            <a:rPr lang="es-CL"/>
            <a:t> Portal Administrativo, Evaluaciones y CRUD de Recursos.</a:t>
          </a:r>
          <a:endParaRPr lang="en-US"/>
        </a:p>
      </dgm:t>
    </dgm:pt>
    <dgm:pt modelId="{D07A8689-E171-479D-A958-B76100F79982}" type="parTrans" cxnId="{AD610C37-75AE-460B-8D80-A0F2C5EA3F93}">
      <dgm:prSet/>
      <dgm:spPr/>
      <dgm:t>
        <a:bodyPr/>
        <a:lstStyle/>
        <a:p>
          <a:endParaRPr lang="en-US"/>
        </a:p>
      </dgm:t>
    </dgm:pt>
    <dgm:pt modelId="{B2431DE3-9B40-46F1-A2C4-D03CF41C8585}" type="sibTrans" cxnId="{AD610C37-75AE-460B-8D80-A0F2C5EA3F93}">
      <dgm:prSet/>
      <dgm:spPr/>
      <dgm:t>
        <a:bodyPr/>
        <a:lstStyle/>
        <a:p>
          <a:endParaRPr lang="en-US"/>
        </a:p>
      </dgm:t>
    </dgm:pt>
    <dgm:pt modelId="{6FF1796F-E08F-4E6C-A081-A13A287F51CC}">
      <dgm:prSet/>
      <dgm:spPr/>
      <dgm:t>
        <a:bodyPr/>
        <a:lstStyle/>
        <a:p>
          <a:pPr>
            <a:defRPr b="1"/>
          </a:pPr>
          <a:r>
            <a:rPr lang="es-CL" b="1"/>
            <a:t>Corte del MVP:</a:t>
          </a:r>
          <a:r>
            <a:rPr lang="es-CL"/>
            <a:t> Enfoque prioritario en mitigación de sobre-agendamiento y digitalización de fichas.</a:t>
          </a:r>
          <a:endParaRPr lang="en-US"/>
        </a:p>
      </dgm:t>
    </dgm:pt>
    <dgm:pt modelId="{16DF2E3B-60E1-42A0-9196-2D899F5C2B15}" type="parTrans" cxnId="{9A348563-9FE3-4E32-9B9B-413D13FC3D08}">
      <dgm:prSet/>
      <dgm:spPr/>
      <dgm:t>
        <a:bodyPr/>
        <a:lstStyle/>
        <a:p>
          <a:endParaRPr lang="en-US"/>
        </a:p>
      </dgm:t>
    </dgm:pt>
    <dgm:pt modelId="{C882D6EF-E394-413D-84BC-A15BF951C9E0}" type="sibTrans" cxnId="{9A348563-9FE3-4E32-9B9B-413D13FC3D08}">
      <dgm:prSet/>
      <dgm:spPr/>
      <dgm:t>
        <a:bodyPr/>
        <a:lstStyle/>
        <a:p>
          <a:endParaRPr lang="en-US"/>
        </a:p>
      </dgm:t>
    </dgm:pt>
    <dgm:pt modelId="{A50E11A4-A6E6-43F0-88EC-0E5A8DB7091A}" type="pres">
      <dgm:prSet presAssocID="{AC6FFC04-1D27-48D0-B84C-2F02205ECDDC}" presName="root" presStyleCnt="0">
        <dgm:presLayoutVars>
          <dgm:dir/>
          <dgm:resizeHandles val="exact"/>
        </dgm:presLayoutVars>
      </dgm:prSet>
      <dgm:spPr/>
    </dgm:pt>
    <dgm:pt modelId="{D338B334-79FF-4F83-9678-886DD09E6575}" type="pres">
      <dgm:prSet presAssocID="{001E4AC7-847A-47EB-A657-F5FBA85BBE2A}" presName="compNode" presStyleCnt="0"/>
      <dgm:spPr/>
    </dgm:pt>
    <dgm:pt modelId="{67306BD7-9E5F-4EB0-9A1A-4297123447AF}" type="pres">
      <dgm:prSet presAssocID="{001E4AC7-847A-47EB-A657-F5FBA85BBE2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C28C2353-007A-4B84-BB3B-C75954623A19}" type="pres">
      <dgm:prSet presAssocID="{001E4AC7-847A-47EB-A657-F5FBA85BBE2A}" presName="iconSpace" presStyleCnt="0"/>
      <dgm:spPr/>
    </dgm:pt>
    <dgm:pt modelId="{930530FE-5738-4C1A-817D-98C7CF1544E3}" type="pres">
      <dgm:prSet presAssocID="{001E4AC7-847A-47EB-A657-F5FBA85BBE2A}" presName="parTx" presStyleLbl="revTx" presStyleIdx="0" presStyleCnt="6">
        <dgm:presLayoutVars>
          <dgm:chMax val="0"/>
          <dgm:chPref val="0"/>
        </dgm:presLayoutVars>
      </dgm:prSet>
      <dgm:spPr/>
    </dgm:pt>
    <dgm:pt modelId="{63BEA6D6-C8FC-4AA5-B134-E9D68B7D1CFB}" type="pres">
      <dgm:prSet presAssocID="{001E4AC7-847A-47EB-A657-F5FBA85BBE2A}" presName="txSpace" presStyleCnt="0"/>
      <dgm:spPr/>
    </dgm:pt>
    <dgm:pt modelId="{CDA6DD00-A64D-4441-B1D4-30EF0A22C008}" type="pres">
      <dgm:prSet presAssocID="{001E4AC7-847A-47EB-A657-F5FBA85BBE2A}" presName="desTx" presStyleLbl="revTx" presStyleIdx="1" presStyleCnt="6">
        <dgm:presLayoutVars/>
      </dgm:prSet>
      <dgm:spPr/>
    </dgm:pt>
    <dgm:pt modelId="{4B57840F-F773-4EC3-9A64-7754374AA450}" type="pres">
      <dgm:prSet presAssocID="{767DCDA1-8B0F-46D0-8FFC-68F7C92D296F}" presName="sibTrans" presStyleCnt="0"/>
      <dgm:spPr/>
    </dgm:pt>
    <dgm:pt modelId="{CA09B77D-5AF4-4D36-BC18-67ECF2066C01}" type="pres">
      <dgm:prSet presAssocID="{C3631716-9858-4A3B-8521-52CAA63818EA}" presName="compNode" presStyleCnt="0"/>
      <dgm:spPr/>
    </dgm:pt>
    <dgm:pt modelId="{058E6990-BAC4-4B7F-9B55-05BB8D0C1606}" type="pres">
      <dgm:prSet presAssocID="{C3631716-9858-4A3B-8521-52CAA63818E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tro"/>
        </a:ext>
      </dgm:extLst>
    </dgm:pt>
    <dgm:pt modelId="{5880325F-C4DE-4FF1-8217-D2896682C5B8}" type="pres">
      <dgm:prSet presAssocID="{C3631716-9858-4A3B-8521-52CAA63818EA}" presName="iconSpace" presStyleCnt="0"/>
      <dgm:spPr/>
    </dgm:pt>
    <dgm:pt modelId="{2B2FBCAE-CEDF-44D9-89A0-4568547090D9}" type="pres">
      <dgm:prSet presAssocID="{C3631716-9858-4A3B-8521-52CAA63818EA}" presName="parTx" presStyleLbl="revTx" presStyleIdx="2" presStyleCnt="6">
        <dgm:presLayoutVars>
          <dgm:chMax val="0"/>
          <dgm:chPref val="0"/>
        </dgm:presLayoutVars>
      </dgm:prSet>
      <dgm:spPr/>
    </dgm:pt>
    <dgm:pt modelId="{4E16F6BB-FBDF-4C0D-BD9A-E7E99C65D260}" type="pres">
      <dgm:prSet presAssocID="{C3631716-9858-4A3B-8521-52CAA63818EA}" presName="txSpace" presStyleCnt="0"/>
      <dgm:spPr/>
    </dgm:pt>
    <dgm:pt modelId="{BD4D3C47-593F-4195-BAFC-C30EF40B65F8}" type="pres">
      <dgm:prSet presAssocID="{C3631716-9858-4A3B-8521-52CAA63818EA}" presName="desTx" presStyleLbl="revTx" presStyleIdx="3" presStyleCnt="6">
        <dgm:presLayoutVars/>
      </dgm:prSet>
      <dgm:spPr/>
    </dgm:pt>
    <dgm:pt modelId="{97894E0C-1B70-4BE8-90FB-BFB71C47369C}" type="pres">
      <dgm:prSet presAssocID="{D4F79D1E-A53B-4035-8842-32F39E033FA7}" presName="sibTrans" presStyleCnt="0"/>
      <dgm:spPr/>
    </dgm:pt>
    <dgm:pt modelId="{E56C839A-85AF-4ED6-BE64-111987AEA0E2}" type="pres">
      <dgm:prSet presAssocID="{6FF1796F-E08F-4E6C-A081-A13A287F51CC}" presName="compNode" presStyleCnt="0"/>
      <dgm:spPr/>
    </dgm:pt>
    <dgm:pt modelId="{A954F3FB-FB6F-4FD5-922B-38E45E3F4F71}" type="pres">
      <dgm:prSet presAssocID="{6FF1796F-E08F-4E6C-A081-A13A287F51C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N"/>
        </a:ext>
      </dgm:extLst>
    </dgm:pt>
    <dgm:pt modelId="{E77EEDBF-12C1-4CF6-AF06-7F86038E4BDC}" type="pres">
      <dgm:prSet presAssocID="{6FF1796F-E08F-4E6C-A081-A13A287F51CC}" presName="iconSpace" presStyleCnt="0"/>
      <dgm:spPr/>
    </dgm:pt>
    <dgm:pt modelId="{98341C5D-DC1F-4124-9A9C-F7DE5088F4E4}" type="pres">
      <dgm:prSet presAssocID="{6FF1796F-E08F-4E6C-A081-A13A287F51CC}" presName="parTx" presStyleLbl="revTx" presStyleIdx="4" presStyleCnt="6">
        <dgm:presLayoutVars>
          <dgm:chMax val="0"/>
          <dgm:chPref val="0"/>
        </dgm:presLayoutVars>
      </dgm:prSet>
      <dgm:spPr/>
    </dgm:pt>
    <dgm:pt modelId="{2556A4B3-AB69-4D39-87AC-D84B59B271FF}" type="pres">
      <dgm:prSet presAssocID="{6FF1796F-E08F-4E6C-A081-A13A287F51CC}" presName="txSpace" presStyleCnt="0"/>
      <dgm:spPr/>
    </dgm:pt>
    <dgm:pt modelId="{EF28821C-1859-401E-9239-250CE0EA27AC}" type="pres">
      <dgm:prSet presAssocID="{6FF1796F-E08F-4E6C-A081-A13A287F51CC}" presName="desTx" presStyleLbl="revTx" presStyleIdx="5" presStyleCnt="6">
        <dgm:presLayoutVars/>
      </dgm:prSet>
      <dgm:spPr/>
    </dgm:pt>
  </dgm:ptLst>
  <dgm:cxnLst>
    <dgm:cxn modelId="{1153341F-A2F8-4514-AFE1-E647A5E93658}" srcId="{C3631716-9858-4A3B-8521-52CAA63818EA}" destId="{94AC7AFE-6538-498D-9032-15ED05116FB9}" srcOrd="0" destOrd="0" parTransId="{F0DD66FF-C504-48AD-B467-EB30E5F828B5}" sibTransId="{B095D3F1-2C83-4E95-930D-0E09FBBB019B}"/>
    <dgm:cxn modelId="{74F3C027-598C-4460-AA8C-ADF1E62520E5}" type="presOf" srcId="{8DBDEF05-07AE-4CB0-80CA-3FB9D959DEB1}" destId="{BD4D3C47-593F-4195-BAFC-C30EF40B65F8}" srcOrd="0" destOrd="3" presId="urn:microsoft.com/office/officeart/2018/2/layout/IconLabelDescriptionList"/>
    <dgm:cxn modelId="{AD610C37-75AE-460B-8D80-A0F2C5EA3F93}" srcId="{C3631716-9858-4A3B-8521-52CAA63818EA}" destId="{8DBDEF05-07AE-4CB0-80CA-3FB9D959DEB1}" srcOrd="3" destOrd="0" parTransId="{D07A8689-E171-479D-A958-B76100F79982}" sibTransId="{B2431DE3-9B40-46F1-A2C4-D03CF41C8585}"/>
    <dgm:cxn modelId="{9ED60F41-119B-461C-857A-7DC8439821F2}" srcId="{AC6FFC04-1D27-48D0-B84C-2F02205ECDDC}" destId="{001E4AC7-847A-47EB-A657-F5FBA85BBE2A}" srcOrd="0" destOrd="0" parTransId="{7764BE6F-B7B4-4774-90D4-75C320D8C32B}" sibTransId="{767DCDA1-8B0F-46D0-8FFC-68F7C92D296F}"/>
    <dgm:cxn modelId="{9A348563-9FE3-4E32-9B9B-413D13FC3D08}" srcId="{AC6FFC04-1D27-48D0-B84C-2F02205ECDDC}" destId="{6FF1796F-E08F-4E6C-A081-A13A287F51CC}" srcOrd="2" destOrd="0" parTransId="{16DF2E3B-60E1-42A0-9196-2D899F5C2B15}" sibTransId="{C882D6EF-E394-413D-84BC-A15BF951C9E0}"/>
    <dgm:cxn modelId="{39EDD065-8960-4A2A-BD75-2C4C38A1B357}" type="presOf" srcId="{0FCA218E-4B54-41FD-B56D-DDD22569960A}" destId="{BD4D3C47-593F-4195-BAFC-C30EF40B65F8}" srcOrd="0" destOrd="1" presId="urn:microsoft.com/office/officeart/2018/2/layout/IconLabelDescriptionList"/>
    <dgm:cxn modelId="{288CA970-3D5E-4E7F-BD91-878F04395AD0}" type="presOf" srcId="{001E4AC7-847A-47EB-A657-F5FBA85BBE2A}" destId="{930530FE-5738-4C1A-817D-98C7CF1544E3}" srcOrd="0" destOrd="0" presId="urn:microsoft.com/office/officeart/2018/2/layout/IconLabelDescriptionList"/>
    <dgm:cxn modelId="{28EB1872-9C8A-4EB5-9FA5-33ABA7D61A0B}" srcId="{C3631716-9858-4A3B-8521-52CAA63818EA}" destId="{1475C8F0-5FBD-4D1A-9E0B-0E05B860F16D}" srcOrd="2" destOrd="0" parTransId="{BCBA9E82-40F0-4493-A048-543BF3554128}" sibTransId="{422A8B90-67A5-459A-8779-253F4D4FC51B}"/>
    <dgm:cxn modelId="{521C5981-0BEE-4B03-8679-E448E260C3E9}" type="presOf" srcId="{AC6FFC04-1D27-48D0-B84C-2F02205ECDDC}" destId="{A50E11A4-A6E6-43F0-88EC-0E5A8DB7091A}" srcOrd="0" destOrd="0" presId="urn:microsoft.com/office/officeart/2018/2/layout/IconLabelDescriptionList"/>
    <dgm:cxn modelId="{92D5E78A-084F-4D09-A4CA-864C8EFEDC91}" type="presOf" srcId="{6FF1796F-E08F-4E6C-A081-A13A287F51CC}" destId="{98341C5D-DC1F-4124-9A9C-F7DE5088F4E4}" srcOrd="0" destOrd="0" presId="urn:microsoft.com/office/officeart/2018/2/layout/IconLabelDescriptionList"/>
    <dgm:cxn modelId="{378464BA-A905-4F55-B90D-E45FD7D972F0}" type="presOf" srcId="{1475C8F0-5FBD-4D1A-9E0B-0E05B860F16D}" destId="{BD4D3C47-593F-4195-BAFC-C30EF40B65F8}" srcOrd="0" destOrd="2" presId="urn:microsoft.com/office/officeart/2018/2/layout/IconLabelDescriptionList"/>
    <dgm:cxn modelId="{C4F3C0BB-5AEE-4336-9247-4BDA13B8E9CB}" type="presOf" srcId="{C3631716-9858-4A3B-8521-52CAA63818EA}" destId="{2B2FBCAE-CEDF-44D9-89A0-4568547090D9}" srcOrd="0" destOrd="0" presId="urn:microsoft.com/office/officeart/2018/2/layout/IconLabelDescriptionList"/>
    <dgm:cxn modelId="{98C7F5BE-8CA5-476E-B6F1-C6B27EC139F6}" type="presOf" srcId="{94AC7AFE-6538-498D-9032-15ED05116FB9}" destId="{BD4D3C47-593F-4195-BAFC-C30EF40B65F8}" srcOrd="0" destOrd="0" presId="urn:microsoft.com/office/officeart/2018/2/layout/IconLabelDescriptionList"/>
    <dgm:cxn modelId="{A70B49C2-3BFA-45D7-B899-5E4295E07AFF}" srcId="{C3631716-9858-4A3B-8521-52CAA63818EA}" destId="{0FCA218E-4B54-41FD-B56D-DDD22569960A}" srcOrd="1" destOrd="0" parTransId="{A19AD743-3B69-48C4-B2F5-72F980A968FF}" sibTransId="{AE1BA808-662A-4DA7-AFCA-8BBC2DF892FC}"/>
    <dgm:cxn modelId="{F143FFC2-C53B-4C01-A769-CCE1DA96EE7B}" srcId="{AC6FFC04-1D27-48D0-B84C-2F02205ECDDC}" destId="{C3631716-9858-4A3B-8521-52CAA63818EA}" srcOrd="1" destOrd="0" parTransId="{A6563314-B385-4042-BE16-936A306E8CA0}" sibTransId="{D4F79D1E-A53B-4035-8842-32F39E033FA7}"/>
    <dgm:cxn modelId="{695816BF-E9DE-4A38-A802-BFD6E05B4B90}" type="presParOf" srcId="{A50E11A4-A6E6-43F0-88EC-0E5A8DB7091A}" destId="{D338B334-79FF-4F83-9678-886DD09E6575}" srcOrd="0" destOrd="0" presId="urn:microsoft.com/office/officeart/2018/2/layout/IconLabelDescriptionList"/>
    <dgm:cxn modelId="{2CB648C7-ABFD-4238-9397-3A5FF067F290}" type="presParOf" srcId="{D338B334-79FF-4F83-9678-886DD09E6575}" destId="{67306BD7-9E5F-4EB0-9A1A-4297123447AF}" srcOrd="0" destOrd="0" presId="urn:microsoft.com/office/officeart/2018/2/layout/IconLabelDescriptionList"/>
    <dgm:cxn modelId="{C9ED1BDB-550E-4209-A93C-84F0C234D6B8}" type="presParOf" srcId="{D338B334-79FF-4F83-9678-886DD09E6575}" destId="{C28C2353-007A-4B84-BB3B-C75954623A19}" srcOrd="1" destOrd="0" presId="urn:microsoft.com/office/officeart/2018/2/layout/IconLabelDescriptionList"/>
    <dgm:cxn modelId="{0D8F23E5-0016-4631-A3C2-07E2811DF285}" type="presParOf" srcId="{D338B334-79FF-4F83-9678-886DD09E6575}" destId="{930530FE-5738-4C1A-817D-98C7CF1544E3}" srcOrd="2" destOrd="0" presId="urn:microsoft.com/office/officeart/2018/2/layout/IconLabelDescriptionList"/>
    <dgm:cxn modelId="{A87F7566-B05D-4596-B3B2-52535140EAC5}" type="presParOf" srcId="{D338B334-79FF-4F83-9678-886DD09E6575}" destId="{63BEA6D6-C8FC-4AA5-B134-E9D68B7D1CFB}" srcOrd="3" destOrd="0" presId="urn:microsoft.com/office/officeart/2018/2/layout/IconLabelDescriptionList"/>
    <dgm:cxn modelId="{1DAB52D1-88B0-4AC9-BACE-CC47340633CA}" type="presParOf" srcId="{D338B334-79FF-4F83-9678-886DD09E6575}" destId="{CDA6DD00-A64D-4441-B1D4-30EF0A22C008}" srcOrd="4" destOrd="0" presId="urn:microsoft.com/office/officeart/2018/2/layout/IconLabelDescriptionList"/>
    <dgm:cxn modelId="{D628E1F3-24FA-4B7A-9CAC-BD7B9F89C927}" type="presParOf" srcId="{A50E11A4-A6E6-43F0-88EC-0E5A8DB7091A}" destId="{4B57840F-F773-4EC3-9A64-7754374AA450}" srcOrd="1" destOrd="0" presId="urn:microsoft.com/office/officeart/2018/2/layout/IconLabelDescriptionList"/>
    <dgm:cxn modelId="{88404C1D-0893-4C90-B7F8-32253AC9B78D}" type="presParOf" srcId="{A50E11A4-A6E6-43F0-88EC-0E5A8DB7091A}" destId="{CA09B77D-5AF4-4D36-BC18-67ECF2066C01}" srcOrd="2" destOrd="0" presId="urn:microsoft.com/office/officeart/2018/2/layout/IconLabelDescriptionList"/>
    <dgm:cxn modelId="{551CCF60-6347-4B9C-887A-DFF31559E686}" type="presParOf" srcId="{CA09B77D-5AF4-4D36-BC18-67ECF2066C01}" destId="{058E6990-BAC4-4B7F-9B55-05BB8D0C1606}" srcOrd="0" destOrd="0" presId="urn:microsoft.com/office/officeart/2018/2/layout/IconLabelDescriptionList"/>
    <dgm:cxn modelId="{70170A5E-E527-465F-82A9-473A4CD88193}" type="presParOf" srcId="{CA09B77D-5AF4-4D36-BC18-67ECF2066C01}" destId="{5880325F-C4DE-4FF1-8217-D2896682C5B8}" srcOrd="1" destOrd="0" presId="urn:microsoft.com/office/officeart/2018/2/layout/IconLabelDescriptionList"/>
    <dgm:cxn modelId="{BB27ECC0-D782-481B-9291-AE2EB1741B81}" type="presParOf" srcId="{CA09B77D-5AF4-4D36-BC18-67ECF2066C01}" destId="{2B2FBCAE-CEDF-44D9-89A0-4568547090D9}" srcOrd="2" destOrd="0" presId="urn:microsoft.com/office/officeart/2018/2/layout/IconLabelDescriptionList"/>
    <dgm:cxn modelId="{CA6C15A4-2E87-450F-B5C4-4A837BF47C3E}" type="presParOf" srcId="{CA09B77D-5AF4-4D36-BC18-67ECF2066C01}" destId="{4E16F6BB-FBDF-4C0D-BD9A-E7E99C65D260}" srcOrd="3" destOrd="0" presId="urn:microsoft.com/office/officeart/2018/2/layout/IconLabelDescriptionList"/>
    <dgm:cxn modelId="{7225A3BE-3C2C-40F6-9535-22516351B83A}" type="presParOf" srcId="{CA09B77D-5AF4-4D36-BC18-67ECF2066C01}" destId="{BD4D3C47-593F-4195-BAFC-C30EF40B65F8}" srcOrd="4" destOrd="0" presId="urn:microsoft.com/office/officeart/2018/2/layout/IconLabelDescriptionList"/>
    <dgm:cxn modelId="{80A1B370-3344-440A-9B31-991F8B44B9C4}" type="presParOf" srcId="{A50E11A4-A6E6-43F0-88EC-0E5A8DB7091A}" destId="{97894E0C-1B70-4BE8-90FB-BFB71C47369C}" srcOrd="3" destOrd="0" presId="urn:microsoft.com/office/officeart/2018/2/layout/IconLabelDescriptionList"/>
    <dgm:cxn modelId="{B8A8923B-A786-4B06-ABB5-68997D02C37C}" type="presParOf" srcId="{A50E11A4-A6E6-43F0-88EC-0E5A8DB7091A}" destId="{E56C839A-85AF-4ED6-BE64-111987AEA0E2}" srcOrd="4" destOrd="0" presId="urn:microsoft.com/office/officeart/2018/2/layout/IconLabelDescriptionList"/>
    <dgm:cxn modelId="{583DC44F-47A1-45B0-9F55-487986C0CDF6}" type="presParOf" srcId="{E56C839A-85AF-4ED6-BE64-111987AEA0E2}" destId="{A954F3FB-FB6F-4FD5-922B-38E45E3F4F71}" srcOrd="0" destOrd="0" presId="urn:microsoft.com/office/officeart/2018/2/layout/IconLabelDescriptionList"/>
    <dgm:cxn modelId="{15C6005A-8486-4A7B-B05E-AB2EC8ACE090}" type="presParOf" srcId="{E56C839A-85AF-4ED6-BE64-111987AEA0E2}" destId="{E77EEDBF-12C1-4CF6-AF06-7F86038E4BDC}" srcOrd="1" destOrd="0" presId="urn:microsoft.com/office/officeart/2018/2/layout/IconLabelDescriptionList"/>
    <dgm:cxn modelId="{D15875B9-DC01-4687-ADCC-A4D373375CA4}" type="presParOf" srcId="{E56C839A-85AF-4ED6-BE64-111987AEA0E2}" destId="{98341C5D-DC1F-4124-9A9C-F7DE5088F4E4}" srcOrd="2" destOrd="0" presId="urn:microsoft.com/office/officeart/2018/2/layout/IconLabelDescriptionList"/>
    <dgm:cxn modelId="{1F36742B-15FE-4481-BBA0-7C9C67B46A7E}" type="presParOf" srcId="{E56C839A-85AF-4ED6-BE64-111987AEA0E2}" destId="{2556A4B3-AB69-4D39-87AC-D84B59B271FF}" srcOrd="3" destOrd="0" presId="urn:microsoft.com/office/officeart/2018/2/layout/IconLabelDescriptionList"/>
    <dgm:cxn modelId="{2E7BA8E4-1ECE-426F-B206-495705F01D9C}" type="presParOf" srcId="{E56C839A-85AF-4ED6-BE64-111987AEA0E2}" destId="{EF28821C-1859-401E-9239-250CE0EA27A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0BCEE85-4B90-4393-95B7-ADB19FBC870C}" type="doc">
      <dgm:prSet loTypeId="urn:microsoft.com/office/officeart/2018/5/layout/IconLeafLabelList" loCatId="icon" qsTypeId="urn:microsoft.com/office/officeart/2005/8/quickstyle/simple1#4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4420BE3-20E1-471A-BF7D-CFE40639A491}">
      <dgm:prSet/>
      <dgm:spPr/>
      <dgm:t>
        <a:bodyPr/>
        <a:lstStyle/>
        <a:p>
          <a:pPr>
            <a:defRPr cap="all"/>
          </a:pPr>
          <a:r>
            <a:rPr lang="es-CL" b="1"/>
            <a:t>Frontend:</a:t>
          </a:r>
          <a:r>
            <a:rPr lang="es-CL"/>
            <a:t> React.js / Vite, Tailwind CSS.</a:t>
          </a:r>
          <a:endParaRPr lang="en-US"/>
        </a:p>
      </dgm:t>
    </dgm:pt>
    <dgm:pt modelId="{424F3363-4DCC-4A49-A055-8FB8EAE9F7EB}" type="parTrans" cxnId="{B235A3ED-1342-410C-BE7C-C233370FE8B5}">
      <dgm:prSet/>
      <dgm:spPr/>
      <dgm:t>
        <a:bodyPr/>
        <a:lstStyle/>
        <a:p>
          <a:endParaRPr lang="en-US"/>
        </a:p>
      </dgm:t>
    </dgm:pt>
    <dgm:pt modelId="{212341C9-B648-47EF-A6E8-C053120DA544}" type="sibTrans" cxnId="{B235A3ED-1342-410C-BE7C-C233370FE8B5}">
      <dgm:prSet/>
      <dgm:spPr/>
      <dgm:t>
        <a:bodyPr/>
        <a:lstStyle/>
        <a:p>
          <a:endParaRPr lang="en-US"/>
        </a:p>
      </dgm:t>
    </dgm:pt>
    <dgm:pt modelId="{21B527E5-D358-4ACF-926D-F69FB55C72F3}">
      <dgm:prSet/>
      <dgm:spPr/>
      <dgm:t>
        <a:bodyPr/>
        <a:lstStyle/>
        <a:p>
          <a:pPr>
            <a:defRPr cap="all"/>
          </a:pPr>
          <a:r>
            <a:rPr lang="es-CL" b="1"/>
            <a:t>Backend:</a:t>
          </a:r>
          <a:r>
            <a:rPr lang="es-CL"/>
            <a:t> Node.js (Express) / Python (FastAPI) bajo arquitectura RESTful.</a:t>
          </a:r>
          <a:endParaRPr lang="en-US"/>
        </a:p>
      </dgm:t>
    </dgm:pt>
    <dgm:pt modelId="{2447CE42-199B-4A41-8100-36D5372252AC}" type="parTrans" cxnId="{ABFCB72E-A431-430F-8877-AD226C146992}">
      <dgm:prSet/>
      <dgm:spPr/>
      <dgm:t>
        <a:bodyPr/>
        <a:lstStyle/>
        <a:p>
          <a:endParaRPr lang="en-US"/>
        </a:p>
      </dgm:t>
    </dgm:pt>
    <dgm:pt modelId="{3D003292-0171-4172-9181-8AC277EDE3BF}" type="sibTrans" cxnId="{ABFCB72E-A431-430F-8877-AD226C146992}">
      <dgm:prSet/>
      <dgm:spPr/>
      <dgm:t>
        <a:bodyPr/>
        <a:lstStyle/>
        <a:p>
          <a:endParaRPr lang="en-US"/>
        </a:p>
      </dgm:t>
    </dgm:pt>
    <dgm:pt modelId="{6A6C26D2-59AF-420B-89EF-2EBAC1EB4E19}">
      <dgm:prSet/>
      <dgm:spPr/>
      <dgm:t>
        <a:bodyPr/>
        <a:lstStyle/>
        <a:p>
          <a:pPr>
            <a:defRPr cap="all"/>
          </a:pPr>
          <a:r>
            <a:rPr lang="es-CL" b="1"/>
            <a:t>Base de Datos:</a:t>
          </a:r>
          <a:r>
            <a:rPr lang="es-CL"/>
            <a:t> PostgreSQL / MySQL relacional multisede.</a:t>
          </a:r>
          <a:endParaRPr lang="en-US"/>
        </a:p>
      </dgm:t>
    </dgm:pt>
    <dgm:pt modelId="{1F51BBB9-F422-4B68-B347-B71981C61D2E}" type="parTrans" cxnId="{B8AC7679-F674-495A-A1FA-DC32A6A5BB67}">
      <dgm:prSet/>
      <dgm:spPr/>
      <dgm:t>
        <a:bodyPr/>
        <a:lstStyle/>
        <a:p>
          <a:endParaRPr lang="en-US"/>
        </a:p>
      </dgm:t>
    </dgm:pt>
    <dgm:pt modelId="{A97A1FC2-8C36-4C59-AC29-8DF7353645C0}" type="sibTrans" cxnId="{B8AC7679-F674-495A-A1FA-DC32A6A5BB67}">
      <dgm:prSet/>
      <dgm:spPr/>
      <dgm:t>
        <a:bodyPr/>
        <a:lstStyle/>
        <a:p>
          <a:endParaRPr lang="en-US"/>
        </a:p>
      </dgm:t>
    </dgm:pt>
    <dgm:pt modelId="{4A30B17B-96AF-470E-AA59-9C77AE4A805F}">
      <dgm:prSet/>
      <dgm:spPr/>
      <dgm:t>
        <a:bodyPr/>
        <a:lstStyle/>
        <a:p>
          <a:pPr>
            <a:defRPr cap="all"/>
          </a:pPr>
          <a:r>
            <a:rPr lang="es-CL" b="1"/>
            <a:t>DevOps &amp; QA:</a:t>
          </a:r>
          <a:r>
            <a:rPr lang="es-CL"/>
            <a:t> Docker, Docker Compose, Git/GitHub y Jest para pruebas automatizadas.</a:t>
          </a:r>
          <a:endParaRPr lang="en-US"/>
        </a:p>
      </dgm:t>
    </dgm:pt>
    <dgm:pt modelId="{0E22DFAA-52B8-46C1-AE4A-33AF867160F3}" type="parTrans" cxnId="{D3CF18C0-974C-464B-A825-532E4B8EF7D2}">
      <dgm:prSet/>
      <dgm:spPr/>
      <dgm:t>
        <a:bodyPr/>
        <a:lstStyle/>
        <a:p>
          <a:endParaRPr lang="en-US"/>
        </a:p>
      </dgm:t>
    </dgm:pt>
    <dgm:pt modelId="{AEB12FB1-2E0D-4E2C-AA11-04550BD7C1BC}" type="sibTrans" cxnId="{D3CF18C0-974C-464B-A825-532E4B8EF7D2}">
      <dgm:prSet/>
      <dgm:spPr/>
      <dgm:t>
        <a:bodyPr/>
        <a:lstStyle/>
        <a:p>
          <a:endParaRPr lang="en-US"/>
        </a:p>
      </dgm:t>
    </dgm:pt>
    <dgm:pt modelId="{D5E2B40D-5BEF-4E8E-8A56-9F7B05A87220}" type="pres">
      <dgm:prSet presAssocID="{20BCEE85-4B90-4393-95B7-ADB19FBC870C}" presName="root" presStyleCnt="0">
        <dgm:presLayoutVars>
          <dgm:dir/>
          <dgm:resizeHandles val="exact"/>
        </dgm:presLayoutVars>
      </dgm:prSet>
      <dgm:spPr/>
    </dgm:pt>
    <dgm:pt modelId="{C04D88F8-CA93-43EC-BC69-988D9F5716C8}" type="pres">
      <dgm:prSet presAssocID="{64420BE3-20E1-471A-BF7D-CFE40639A491}" presName="compNode" presStyleCnt="0"/>
      <dgm:spPr/>
    </dgm:pt>
    <dgm:pt modelId="{12E978A8-14C7-4CBC-BE33-83BB705BA8E6}" type="pres">
      <dgm:prSet presAssocID="{64420BE3-20E1-471A-BF7D-CFE40639A491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D8F5F38-7F97-4446-AA13-B38582B90421}" type="pres">
      <dgm:prSet presAssocID="{64420BE3-20E1-471A-BF7D-CFE40639A49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ítulos"/>
        </a:ext>
      </dgm:extLst>
    </dgm:pt>
    <dgm:pt modelId="{18A130CA-3F1F-4A4E-810F-3DB331EABCCB}" type="pres">
      <dgm:prSet presAssocID="{64420BE3-20E1-471A-BF7D-CFE40639A491}" presName="spaceRect" presStyleCnt="0"/>
      <dgm:spPr/>
    </dgm:pt>
    <dgm:pt modelId="{D6317B61-BB5D-4FC9-868E-96BC4C98601E}" type="pres">
      <dgm:prSet presAssocID="{64420BE3-20E1-471A-BF7D-CFE40639A491}" presName="textRect" presStyleLbl="revTx" presStyleIdx="0" presStyleCnt="4">
        <dgm:presLayoutVars>
          <dgm:chMax val="1"/>
          <dgm:chPref val="1"/>
        </dgm:presLayoutVars>
      </dgm:prSet>
      <dgm:spPr/>
    </dgm:pt>
    <dgm:pt modelId="{EAAE6762-53E2-4D23-9C1F-7B90BF3BBEA8}" type="pres">
      <dgm:prSet presAssocID="{212341C9-B648-47EF-A6E8-C053120DA544}" presName="sibTrans" presStyleCnt="0"/>
      <dgm:spPr/>
    </dgm:pt>
    <dgm:pt modelId="{63B0F621-9804-4872-96FB-50E6B2647C23}" type="pres">
      <dgm:prSet presAssocID="{21B527E5-D358-4ACF-926D-F69FB55C72F3}" presName="compNode" presStyleCnt="0"/>
      <dgm:spPr/>
    </dgm:pt>
    <dgm:pt modelId="{34C7253F-D07F-403B-B368-EE4695A074BB}" type="pres">
      <dgm:prSet presAssocID="{21B527E5-D358-4ACF-926D-F69FB55C72F3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7898AC4-08FC-4924-B878-40B875D4725F}" type="pres">
      <dgm:prSet presAssocID="{21B527E5-D358-4ACF-926D-F69FB55C72F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s clef"/>
        </a:ext>
      </dgm:extLst>
    </dgm:pt>
    <dgm:pt modelId="{9898E414-463F-431C-9768-A4002EBFD412}" type="pres">
      <dgm:prSet presAssocID="{21B527E5-D358-4ACF-926D-F69FB55C72F3}" presName="spaceRect" presStyleCnt="0"/>
      <dgm:spPr/>
    </dgm:pt>
    <dgm:pt modelId="{0BFB429C-1A8A-475E-8146-6EEE309C016C}" type="pres">
      <dgm:prSet presAssocID="{21B527E5-D358-4ACF-926D-F69FB55C72F3}" presName="textRect" presStyleLbl="revTx" presStyleIdx="1" presStyleCnt="4">
        <dgm:presLayoutVars>
          <dgm:chMax val="1"/>
          <dgm:chPref val="1"/>
        </dgm:presLayoutVars>
      </dgm:prSet>
      <dgm:spPr/>
    </dgm:pt>
    <dgm:pt modelId="{DAAA368A-2A0E-4BDE-84F3-40182C0EEAC2}" type="pres">
      <dgm:prSet presAssocID="{3D003292-0171-4172-9181-8AC277EDE3BF}" presName="sibTrans" presStyleCnt="0"/>
      <dgm:spPr/>
    </dgm:pt>
    <dgm:pt modelId="{74E385AA-2B85-4ADB-9191-A13AA4AF7DA8}" type="pres">
      <dgm:prSet presAssocID="{6A6C26D2-59AF-420B-89EF-2EBAC1EB4E19}" presName="compNode" presStyleCnt="0"/>
      <dgm:spPr/>
    </dgm:pt>
    <dgm:pt modelId="{E6FBE302-BF2A-4231-87E2-A788137AA0CE}" type="pres">
      <dgm:prSet presAssocID="{6A6C26D2-59AF-420B-89EF-2EBAC1EB4E19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A1E51CA-B4E4-47E8-9C3E-8F40270059AE}" type="pres">
      <dgm:prSet presAssocID="{6A6C26D2-59AF-420B-89EF-2EBAC1EB4E1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a"/>
        </a:ext>
      </dgm:extLst>
    </dgm:pt>
    <dgm:pt modelId="{3D9AED66-8A9D-45AB-8459-7EC0F579B29A}" type="pres">
      <dgm:prSet presAssocID="{6A6C26D2-59AF-420B-89EF-2EBAC1EB4E19}" presName="spaceRect" presStyleCnt="0"/>
      <dgm:spPr/>
    </dgm:pt>
    <dgm:pt modelId="{FE789FB0-7BD8-4977-AC92-F1CD54943ED9}" type="pres">
      <dgm:prSet presAssocID="{6A6C26D2-59AF-420B-89EF-2EBAC1EB4E19}" presName="textRect" presStyleLbl="revTx" presStyleIdx="2" presStyleCnt="4">
        <dgm:presLayoutVars>
          <dgm:chMax val="1"/>
          <dgm:chPref val="1"/>
        </dgm:presLayoutVars>
      </dgm:prSet>
      <dgm:spPr/>
    </dgm:pt>
    <dgm:pt modelId="{853AE223-3D93-42C0-9E4F-242C829E6D1A}" type="pres">
      <dgm:prSet presAssocID="{A97A1FC2-8C36-4C59-AC29-8DF7353645C0}" presName="sibTrans" presStyleCnt="0"/>
      <dgm:spPr/>
    </dgm:pt>
    <dgm:pt modelId="{3B6055CE-B98E-4921-A8FA-BA5DE5DF4E21}" type="pres">
      <dgm:prSet presAssocID="{4A30B17B-96AF-470E-AA59-9C77AE4A805F}" presName="compNode" presStyleCnt="0"/>
      <dgm:spPr/>
    </dgm:pt>
    <dgm:pt modelId="{B47A351A-3014-404E-8202-B3B43B852364}" type="pres">
      <dgm:prSet presAssocID="{4A30B17B-96AF-470E-AA59-9C77AE4A805F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75C5245-44A6-48C1-A240-7E95C0234998}" type="pres">
      <dgm:prSet presAssocID="{4A30B17B-96AF-470E-AA59-9C77AE4A805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710E4491-83B8-430A-8D23-CDF604A9406C}" type="pres">
      <dgm:prSet presAssocID="{4A30B17B-96AF-470E-AA59-9C77AE4A805F}" presName="spaceRect" presStyleCnt="0"/>
      <dgm:spPr/>
    </dgm:pt>
    <dgm:pt modelId="{E9A2DF7C-26D0-4B26-8DB8-116A828DAB21}" type="pres">
      <dgm:prSet presAssocID="{4A30B17B-96AF-470E-AA59-9C77AE4A805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A2A9002-0621-40CF-A1B6-7AB76D16D360}" type="presOf" srcId="{64420BE3-20E1-471A-BF7D-CFE40639A491}" destId="{D6317B61-BB5D-4FC9-868E-96BC4C98601E}" srcOrd="0" destOrd="0" presId="urn:microsoft.com/office/officeart/2018/5/layout/IconLeafLabelList"/>
    <dgm:cxn modelId="{54438B23-C7CA-43B9-B186-C0AD648A1735}" type="presOf" srcId="{4A30B17B-96AF-470E-AA59-9C77AE4A805F}" destId="{E9A2DF7C-26D0-4B26-8DB8-116A828DAB21}" srcOrd="0" destOrd="0" presId="urn:microsoft.com/office/officeart/2018/5/layout/IconLeafLabelList"/>
    <dgm:cxn modelId="{ABFCB72E-A431-430F-8877-AD226C146992}" srcId="{20BCEE85-4B90-4393-95B7-ADB19FBC870C}" destId="{21B527E5-D358-4ACF-926D-F69FB55C72F3}" srcOrd="1" destOrd="0" parTransId="{2447CE42-199B-4A41-8100-36D5372252AC}" sibTransId="{3D003292-0171-4172-9181-8AC277EDE3BF}"/>
    <dgm:cxn modelId="{7472EB68-7EF7-41CB-8EBB-14BB7FBBA61A}" type="presOf" srcId="{6A6C26D2-59AF-420B-89EF-2EBAC1EB4E19}" destId="{FE789FB0-7BD8-4977-AC92-F1CD54943ED9}" srcOrd="0" destOrd="0" presId="urn:microsoft.com/office/officeart/2018/5/layout/IconLeafLabelList"/>
    <dgm:cxn modelId="{146D6B72-A261-490D-84F4-404D4102FEAE}" type="presOf" srcId="{21B527E5-D358-4ACF-926D-F69FB55C72F3}" destId="{0BFB429C-1A8A-475E-8146-6EEE309C016C}" srcOrd="0" destOrd="0" presId="urn:microsoft.com/office/officeart/2018/5/layout/IconLeafLabelList"/>
    <dgm:cxn modelId="{B8AC7679-F674-495A-A1FA-DC32A6A5BB67}" srcId="{20BCEE85-4B90-4393-95B7-ADB19FBC870C}" destId="{6A6C26D2-59AF-420B-89EF-2EBAC1EB4E19}" srcOrd="2" destOrd="0" parTransId="{1F51BBB9-F422-4B68-B347-B71981C61D2E}" sibTransId="{A97A1FC2-8C36-4C59-AC29-8DF7353645C0}"/>
    <dgm:cxn modelId="{BD3731B6-ED02-4C81-ABCC-57FDBB7B9EB9}" type="presOf" srcId="{20BCEE85-4B90-4393-95B7-ADB19FBC870C}" destId="{D5E2B40D-5BEF-4E8E-8A56-9F7B05A87220}" srcOrd="0" destOrd="0" presId="urn:microsoft.com/office/officeart/2018/5/layout/IconLeafLabelList"/>
    <dgm:cxn modelId="{D3CF18C0-974C-464B-A825-532E4B8EF7D2}" srcId="{20BCEE85-4B90-4393-95B7-ADB19FBC870C}" destId="{4A30B17B-96AF-470E-AA59-9C77AE4A805F}" srcOrd="3" destOrd="0" parTransId="{0E22DFAA-52B8-46C1-AE4A-33AF867160F3}" sibTransId="{AEB12FB1-2E0D-4E2C-AA11-04550BD7C1BC}"/>
    <dgm:cxn modelId="{B235A3ED-1342-410C-BE7C-C233370FE8B5}" srcId="{20BCEE85-4B90-4393-95B7-ADB19FBC870C}" destId="{64420BE3-20E1-471A-BF7D-CFE40639A491}" srcOrd="0" destOrd="0" parTransId="{424F3363-4DCC-4A49-A055-8FB8EAE9F7EB}" sibTransId="{212341C9-B648-47EF-A6E8-C053120DA544}"/>
    <dgm:cxn modelId="{28634EE4-38CC-44B2-AF24-058DD18CB6D8}" type="presParOf" srcId="{D5E2B40D-5BEF-4E8E-8A56-9F7B05A87220}" destId="{C04D88F8-CA93-43EC-BC69-988D9F5716C8}" srcOrd="0" destOrd="0" presId="urn:microsoft.com/office/officeart/2018/5/layout/IconLeafLabelList"/>
    <dgm:cxn modelId="{831A40BC-E23F-4204-B40E-9AB3E3D46761}" type="presParOf" srcId="{C04D88F8-CA93-43EC-BC69-988D9F5716C8}" destId="{12E978A8-14C7-4CBC-BE33-83BB705BA8E6}" srcOrd="0" destOrd="0" presId="urn:microsoft.com/office/officeart/2018/5/layout/IconLeafLabelList"/>
    <dgm:cxn modelId="{A7EE0619-635B-49FF-B3FD-DA2D0FB86A77}" type="presParOf" srcId="{C04D88F8-CA93-43EC-BC69-988D9F5716C8}" destId="{5D8F5F38-7F97-4446-AA13-B38582B90421}" srcOrd="1" destOrd="0" presId="urn:microsoft.com/office/officeart/2018/5/layout/IconLeafLabelList"/>
    <dgm:cxn modelId="{CDF8AEFB-A116-40EA-83FD-6B8DEDAC9599}" type="presParOf" srcId="{C04D88F8-CA93-43EC-BC69-988D9F5716C8}" destId="{18A130CA-3F1F-4A4E-810F-3DB331EABCCB}" srcOrd="2" destOrd="0" presId="urn:microsoft.com/office/officeart/2018/5/layout/IconLeafLabelList"/>
    <dgm:cxn modelId="{69CD17BB-3C75-4906-B97F-B25765D57C83}" type="presParOf" srcId="{C04D88F8-CA93-43EC-BC69-988D9F5716C8}" destId="{D6317B61-BB5D-4FC9-868E-96BC4C98601E}" srcOrd="3" destOrd="0" presId="urn:microsoft.com/office/officeart/2018/5/layout/IconLeafLabelList"/>
    <dgm:cxn modelId="{898141EA-833D-41A6-8C96-2389C35F0207}" type="presParOf" srcId="{D5E2B40D-5BEF-4E8E-8A56-9F7B05A87220}" destId="{EAAE6762-53E2-4D23-9C1F-7B90BF3BBEA8}" srcOrd="1" destOrd="0" presId="urn:microsoft.com/office/officeart/2018/5/layout/IconLeafLabelList"/>
    <dgm:cxn modelId="{F424B930-7C2B-4B60-BB4B-C3F67EDCE141}" type="presParOf" srcId="{D5E2B40D-5BEF-4E8E-8A56-9F7B05A87220}" destId="{63B0F621-9804-4872-96FB-50E6B2647C23}" srcOrd="2" destOrd="0" presId="urn:microsoft.com/office/officeart/2018/5/layout/IconLeafLabelList"/>
    <dgm:cxn modelId="{EF47203D-A835-4F95-924C-3CE2EC853CC3}" type="presParOf" srcId="{63B0F621-9804-4872-96FB-50E6B2647C23}" destId="{34C7253F-D07F-403B-B368-EE4695A074BB}" srcOrd="0" destOrd="0" presId="urn:microsoft.com/office/officeart/2018/5/layout/IconLeafLabelList"/>
    <dgm:cxn modelId="{0C90495A-CFB7-4DAD-8056-F8EB3DFF2C80}" type="presParOf" srcId="{63B0F621-9804-4872-96FB-50E6B2647C23}" destId="{C7898AC4-08FC-4924-B878-40B875D4725F}" srcOrd="1" destOrd="0" presId="urn:microsoft.com/office/officeart/2018/5/layout/IconLeafLabelList"/>
    <dgm:cxn modelId="{268685E0-6D79-4051-B55C-D5B0D2DAF4A1}" type="presParOf" srcId="{63B0F621-9804-4872-96FB-50E6B2647C23}" destId="{9898E414-463F-431C-9768-A4002EBFD412}" srcOrd="2" destOrd="0" presId="urn:microsoft.com/office/officeart/2018/5/layout/IconLeafLabelList"/>
    <dgm:cxn modelId="{8D56DAE7-A69D-4DE2-8232-51AF47C150B7}" type="presParOf" srcId="{63B0F621-9804-4872-96FB-50E6B2647C23}" destId="{0BFB429C-1A8A-475E-8146-6EEE309C016C}" srcOrd="3" destOrd="0" presId="urn:microsoft.com/office/officeart/2018/5/layout/IconLeafLabelList"/>
    <dgm:cxn modelId="{8BF860A3-5C68-4428-A41F-315012F91AD4}" type="presParOf" srcId="{D5E2B40D-5BEF-4E8E-8A56-9F7B05A87220}" destId="{DAAA368A-2A0E-4BDE-84F3-40182C0EEAC2}" srcOrd="3" destOrd="0" presId="urn:microsoft.com/office/officeart/2018/5/layout/IconLeafLabelList"/>
    <dgm:cxn modelId="{D76CA38B-1F7D-471D-9A54-3A0882075004}" type="presParOf" srcId="{D5E2B40D-5BEF-4E8E-8A56-9F7B05A87220}" destId="{74E385AA-2B85-4ADB-9191-A13AA4AF7DA8}" srcOrd="4" destOrd="0" presId="urn:microsoft.com/office/officeart/2018/5/layout/IconLeafLabelList"/>
    <dgm:cxn modelId="{26C43EB4-C284-4C6D-8A3F-BAB87752F257}" type="presParOf" srcId="{74E385AA-2B85-4ADB-9191-A13AA4AF7DA8}" destId="{E6FBE302-BF2A-4231-87E2-A788137AA0CE}" srcOrd="0" destOrd="0" presId="urn:microsoft.com/office/officeart/2018/5/layout/IconLeafLabelList"/>
    <dgm:cxn modelId="{BC131DD0-CF79-4B63-A704-BC336B748534}" type="presParOf" srcId="{74E385AA-2B85-4ADB-9191-A13AA4AF7DA8}" destId="{9A1E51CA-B4E4-47E8-9C3E-8F40270059AE}" srcOrd="1" destOrd="0" presId="urn:microsoft.com/office/officeart/2018/5/layout/IconLeafLabelList"/>
    <dgm:cxn modelId="{9CEB967B-BF14-4B77-B0D1-51CA61DEC6C7}" type="presParOf" srcId="{74E385AA-2B85-4ADB-9191-A13AA4AF7DA8}" destId="{3D9AED66-8A9D-45AB-8459-7EC0F579B29A}" srcOrd="2" destOrd="0" presId="urn:microsoft.com/office/officeart/2018/5/layout/IconLeafLabelList"/>
    <dgm:cxn modelId="{7EF57A53-4E14-400F-9159-E5BBE9FB396F}" type="presParOf" srcId="{74E385AA-2B85-4ADB-9191-A13AA4AF7DA8}" destId="{FE789FB0-7BD8-4977-AC92-F1CD54943ED9}" srcOrd="3" destOrd="0" presId="urn:microsoft.com/office/officeart/2018/5/layout/IconLeafLabelList"/>
    <dgm:cxn modelId="{F7A7D000-46E0-45BF-A117-6D150BDAA049}" type="presParOf" srcId="{D5E2B40D-5BEF-4E8E-8A56-9F7B05A87220}" destId="{853AE223-3D93-42C0-9E4F-242C829E6D1A}" srcOrd="5" destOrd="0" presId="urn:microsoft.com/office/officeart/2018/5/layout/IconLeafLabelList"/>
    <dgm:cxn modelId="{F0804E9C-F666-43BC-B3EA-B250E8831FC0}" type="presParOf" srcId="{D5E2B40D-5BEF-4E8E-8A56-9F7B05A87220}" destId="{3B6055CE-B98E-4921-A8FA-BA5DE5DF4E21}" srcOrd="6" destOrd="0" presId="urn:microsoft.com/office/officeart/2018/5/layout/IconLeafLabelList"/>
    <dgm:cxn modelId="{49358419-DAF9-447C-A67F-8BE33F004204}" type="presParOf" srcId="{3B6055CE-B98E-4921-A8FA-BA5DE5DF4E21}" destId="{B47A351A-3014-404E-8202-B3B43B852364}" srcOrd="0" destOrd="0" presId="urn:microsoft.com/office/officeart/2018/5/layout/IconLeafLabelList"/>
    <dgm:cxn modelId="{994CCFE4-C8B7-4214-81AD-C704DC9EE53D}" type="presParOf" srcId="{3B6055CE-B98E-4921-A8FA-BA5DE5DF4E21}" destId="{D75C5245-44A6-48C1-A240-7E95C0234998}" srcOrd="1" destOrd="0" presId="urn:microsoft.com/office/officeart/2018/5/layout/IconLeafLabelList"/>
    <dgm:cxn modelId="{B0CB35E8-1661-4EC8-9218-4EE07B46BF8A}" type="presParOf" srcId="{3B6055CE-B98E-4921-A8FA-BA5DE5DF4E21}" destId="{710E4491-83B8-430A-8D23-CDF604A9406C}" srcOrd="2" destOrd="0" presId="urn:microsoft.com/office/officeart/2018/5/layout/IconLeafLabelList"/>
    <dgm:cxn modelId="{6655A29A-D590-4651-AB82-41CF714FEE33}" type="presParOf" srcId="{3B6055CE-B98E-4921-A8FA-BA5DE5DF4E21}" destId="{E9A2DF7C-26D0-4B26-8DB8-116A828DAB2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110F42-E151-4869-870D-7EDDF4DC68D9}">
      <dsp:nvSpPr>
        <dsp:cNvPr id="0" name=""/>
        <dsp:cNvSpPr/>
      </dsp:nvSpPr>
      <dsp:spPr>
        <a:xfrm>
          <a:off x="0" y="344841"/>
          <a:ext cx="10691265" cy="793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761" tIns="395732" rIns="829761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/>
            <a:t>2 sedes presenciales en la Región Metropolitana: </a:t>
          </a:r>
          <a:r>
            <a:rPr lang="es-CL" sz="1900" b="1" kern="1200"/>
            <a:t>Macul y Peñalolén</a:t>
          </a:r>
          <a:r>
            <a:rPr lang="es-CL" sz="1900" kern="1200"/>
            <a:t>.</a:t>
          </a:r>
          <a:endParaRPr lang="en-US" sz="1900" kern="1200"/>
        </a:p>
      </dsp:txBody>
      <dsp:txXfrm>
        <a:off x="0" y="344841"/>
        <a:ext cx="10691265" cy="793012"/>
      </dsp:txXfrm>
    </dsp:sp>
    <dsp:sp modelId="{A1E654C1-E065-407B-B439-E95E724D5935}">
      <dsp:nvSpPr>
        <dsp:cNvPr id="0" name=""/>
        <dsp:cNvSpPr/>
      </dsp:nvSpPr>
      <dsp:spPr>
        <a:xfrm>
          <a:off x="534563" y="64401"/>
          <a:ext cx="7483885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873" tIns="0" rIns="28287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900" b="1" kern="1200"/>
            <a:t>Contexto:</a:t>
          </a:r>
          <a:endParaRPr lang="en-US" sz="1900" kern="1200"/>
        </a:p>
      </dsp:txBody>
      <dsp:txXfrm>
        <a:off x="561943" y="91781"/>
        <a:ext cx="7429125" cy="506120"/>
      </dsp:txXfrm>
    </dsp:sp>
    <dsp:sp modelId="{1041D553-533A-47FC-A172-3050ECFFD6ED}">
      <dsp:nvSpPr>
        <dsp:cNvPr id="0" name=""/>
        <dsp:cNvSpPr/>
      </dsp:nvSpPr>
      <dsp:spPr>
        <a:xfrm>
          <a:off x="0" y="1520894"/>
          <a:ext cx="10691265" cy="2154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761" tIns="395732" rIns="829761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b="1" kern="1200"/>
            <a:t>Control en papel fragmentado:</a:t>
          </a:r>
          <a:r>
            <a:rPr lang="es-CL" sz="1900" kern="1200"/>
            <a:t> Fichas físicas para psicotécnico, teoría y práctica con riesgo de extravío y sin sincronización multisede.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b="1" kern="1200"/>
            <a:t>Capacidad vehicular variable:</a:t>
          </a:r>
          <a:r>
            <a:rPr lang="es-CL" sz="1900" kern="1200"/>
            <a:t> Flota base de 2 vehículos que se reduce a 1 cuando un instructor sale a rendir exámenes prácticos a las Direcciones de Tránsito municipales.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b="1" kern="1200"/>
            <a:t>Inasistencias y horas ociosas:</a:t>
          </a:r>
          <a:r>
            <a:rPr lang="es-CL" sz="1900" kern="1200"/>
            <a:t> Agendamiento informal y falta de mecanismos rápidos de autogestión de citas.</a:t>
          </a:r>
          <a:endParaRPr lang="en-US" sz="1900" kern="1200"/>
        </a:p>
      </dsp:txBody>
      <dsp:txXfrm>
        <a:off x="0" y="1520894"/>
        <a:ext cx="10691265" cy="2154600"/>
      </dsp:txXfrm>
    </dsp:sp>
    <dsp:sp modelId="{97385B8A-7A05-41F9-813F-9A11AA6271C7}">
      <dsp:nvSpPr>
        <dsp:cNvPr id="0" name=""/>
        <dsp:cNvSpPr/>
      </dsp:nvSpPr>
      <dsp:spPr>
        <a:xfrm>
          <a:off x="534563" y="1240454"/>
          <a:ext cx="7483885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873" tIns="0" rIns="28287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900" b="1" kern="1200" dirty="0"/>
            <a:t>Problemáticas detectadas:</a:t>
          </a:r>
          <a:endParaRPr lang="en-US" sz="1900" kern="1200" dirty="0"/>
        </a:p>
      </dsp:txBody>
      <dsp:txXfrm>
        <a:off x="561943" y="1267834"/>
        <a:ext cx="7429125" cy="506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A08258-1B44-469A-9434-C6C67BC8939B}">
      <dsp:nvSpPr>
        <dsp:cNvPr id="0" name=""/>
        <dsp:cNvSpPr/>
      </dsp:nvSpPr>
      <dsp:spPr>
        <a:xfrm>
          <a:off x="0" y="289724"/>
          <a:ext cx="5676900" cy="1556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0591" tIns="395732" rIns="440591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/>
            <a:t>Desarrollar e implementar una solución tecnológica integral para la gestión académica y el agendamiento dinámico de la Escuela de Conductores Futuro.</a:t>
          </a:r>
          <a:endParaRPr lang="en-US" sz="1900" kern="1200"/>
        </a:p>
      </dsp:txBody>
      <dsp:txXfrm>
        <a:off x="0" y="289724"/>
        <a:ext cx="5676900" cy="1556100"/>
      </dsp:txXfrm>
    </dsp:sp>
    <dsp:sp modelId="{C9C5FF8B-BF84-4B18-A294-AD572E5B275C}">
      <dsp:nvSpPr>
        <dsp:cNvPr id="0" name=""/>
        <dsp:cNvSpPr/>
      </dsp:nvSpPr>
      <dsp:spPr>
        <a:xfrm>
          <a:off x="283845" y="9284"/>
          <a:ext cx="3973830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900" b="1" kern="1200"/>
            <a:t>Objetivo General:</a:t>
          </a:r>
          <a:endParaRPr lang="en-US" sz="1900" kern="1200"/>
        </a:p>
      </dsp:txBody>
      <dsp:txXfrm>
        <a:off x="311225" y="36664"/>
        <a:ext cx="3919070" cy="506120"/>
      </dsp:txXfrm>
    </dsp:sp>
    <dsp:sp modelId="{39D020E4-0A93-48F5-A91C-9DBFDAA0997D}">
      <dsp:nvSpPr>
        <dsp:cNvPr id="0" name=""/>
        <dsp:cNvSpPr/>
      </dsp:nvSpPr>
      <dsp:spPr>
        <a:xfrm>
          <a:off x="0" y="2228865"/>
          <a:ext cx="5676900" cy="31720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0591" tIns="395732" rIns="440591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/>
            <a:t>Construir un modelo de datos escalable y multisede con soporte de concurrencia.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/>
            <a:t>Diseñar la arquitectura modular del sistema mediante API REST y control de acceso (RBAC).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/>
            <a:t>Implementar un plan de aseguramiento de calidad con pruebas unitarias y de integración continuas.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/>
            <a:t>Desplegar la infraestructura contenerizada mediante Docker y Docker Compose.</a:t>
          </a:r>
          <a:endParaRPr lang="en-US" sz="1900" kern="1200"/>
        </a:p>
      </dsp:txBody>
      <dsp:txXfrm>
        <a:off x="0" y="2228865"/>
        <a:ext cx="5676900" cy="3172050"/>
      </dsp:txXfrm>
    </dsp:sp>
    <dsp:sp modelId="{ED0FED11-947A-402E-8941-19A4240D5268}">
      <dsp:nvSpPr>
        <dsp:cNvPr id="0" name=""/>
        <dsp:cNvSpPr/>
      </dsp:nvSpPr>
      <dsp:spPr>
        <a:xfrm>
          <a:off x="283845" y="1948424"/>
          <a:ext cx="3973830" cy="5608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900" b="1" kern="1200"/>
            <a:t>Objetivos Específicos:</a:t>
          </a:r>
          <a:endParaRPr lang="en-US" sz="1900" kern="1200"/>
        </a:p>
      </dsp:txBody>
      <dsp:txXfrm>
        <a:off x="311225" y="1975804"/>
        <a:ext cx="3919070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306BD7-9E5F-4EB0-9A1A-4297123447AF}">
      <dsp:nvSpPr>
        <dsp:cNvPr id="0" name=""/>
        <dsp:cNvSpPr/>
      </dsp:nvSpPr>
      <dsp:spPr>
        <a:xfrm>
          <a:off x="8919" y="447374"/>
          <a:ext cx="1115191" cy="11151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0530FE-5738-4C1A-817D-98C7CF1544E3}">
      <dsp:nvSpPr>
        <dsp:cNvPr id="0" name=""/>
        <dsp:cNvSpPr/>
      </dsp:nvSpPr>
      <dsp:spPr>
        <a:xfrm>
          <a:off x="8919" y="1684917"/>
          <a:ext cx="3186260" cy="567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400" b="1" kern="1200"/>
            <a:t>Metodología:</a:t>
          </a:r>
          <a:r>
            <a:rPr lang="es-CL" sz="1400" kern="1200"/>
            <a:t> Scrum con entregas iterativas e incrementales en 3 fases.</a:t>
          </a:r>
          <a:endParaRPr lang="en-US" sz="1400" kern="1200"/>
        </a:p>
      </dsp:txBody>
      <dsp:txXfrm>
        <a:off x="8919" y="1684917"/>
        <a:ext cx="3186260" cy="567552"/>
      </dsp:txXfrm>
    </dsp:sp>
    <dsp:sp modelId="{CDA6DD00-A64D-4441-B1D4-30EF0A22C008}">
      <dsp:nvSpPr>
        <dsp:cNvPr id="0" name=""/>
        <dsp:cNvSpPr/>
      </dsp:nvSpPr>
      <dsp:spPr>
        <a:xfrm>
          <a:off x="8919" y="2309378"/>
          <a:ext cx="3186260" cy="983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8E6990-BAC4-4B7F-9B55-05BB8D0C1606}">
      <dsp:nvSpPr>
        <dsp:cNvPr id="0" name=""/>
        <dsp:cNvSpPr/>
      </dsp:nvSpPr>
      <dsp:spPr>
        <a:xfrm>
          <a:off x="3752775" y="405432"/>
          <a:ext cx="1115191" cy="11151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2FBCAE-CEDF-44D9-89A0-4568547090D9}">
      <dsp:nvSpPr>
        <dsp:cNvPr id="0" name=""/>
        <dsp:cNvSpPr/>
      </dsp:nvSpPr>
      <dsp:spPr>
        <a:xfrm>
          <a:off x="3752775" y="1646583"/>
          <a:ext cx="3186260" cy="567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400" b="1" kern="1200"/>
            <a:t>Épicas del Proyecto:</a:t>
          </a:r>
          <a:endParaRPr lang="en-US" sz="1400" kern="1200"/>
        </a:p>
      </dsp:txBody>
      <dsp:txXfrm>
        <a:off x="3752775" y="1646583"/>
        <a:ext cx="3186260" cy="567552"/>
      </dsp:txXfrm>
    </dsp:sp>
    <dsp:sp modelId="{BD4D3C47-593F-4195-BAFC-C30EF40B65F8}">
      <dsp:nvSpPr>
        <dsp:cNvPr id="0" name=""/>
        <dsp:cNvSpPr/>
      </dsp:nvSpPr>
      <dsp:spPr>
        <a:xfrm>
          <a:off x="3752775" y="2272721"/>
          <a:ext cx="3186260" cy="1061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1" kern="1200"/>
            <a:t>EP-01:</a:t>
          </a:r>
          <a:r>
            <a:rPr lang="es-CL" sz="1100" kern="1200"/>
            <a:t> Portal Público y Preinscripción.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1" kern="1200"/>
            <a:t>EP-02:</a:t>
          </a:r>
          <a:r>
            <a:rPr lang="es-CL" sz="1100" kern="1200"/>
            <a:t> Tarjeta Web del Estudiante.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1" kern="1200"/>
            <a:t>EP-03:</a:t>
          </a:r>
          <a:r>
            <a:rPr lang="es-CL" sz="1100" kern="1200"/>
            <a:t> Motor de Agendamiento Dinámico y Restricción de Flota.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1" kern="1200"/>
            <a:t>EP-04:</a:t>
          </a:r>
          <a:r>
            <a:rPr lang="es-CL" sz="1100" kern="1200"/>
            <a:t> Portal Administrativo, Evaluaciones y CRUD de Recursos.</a:t>
          </a:r>
          <a:endParaRPr lang="en-US" sz="1100" kern="1200"/>
        </a:p>
      </dsp:txBody>
      <dsp:txXfrm>
        <a:off x="3752775" y="2272721"/>
        <a:ext cx="3186260" cy="1061995"/>
      </dsp:txXfrm>
    </dsp:sp>
    <dsp:sp modelId="{A954F3FB-FB6F-4FD5-922B-38E45E3F4F71}">
      <dsp:nvSpPr>
        <dsp:cNvPr id="0" name=""/>
        <dsp:cNvSpPr/>
      </dsp:nvSpPr>
      <dsp:spPr>
        <a:xfrm>
          <a:off x="7496631" y="405432"/>
          <a:ext cx="1115191" cy="11151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341C5D-DC1F-4124-9A9C-F7DE5088F4E4}">
      <dsp:nvSpPr>
        <dsp:cNvPr id="0" name=""/>
        <dsp:cNvSpPr/>
      </dsp:nvSpPr>
      <dsp:spPr>
        <a:xfrm>
          <a:off x="7496631" y="1646583"/>
          <a:ext cx="3186260" cy="567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400" b="1" kern="1200"/>
            <a:t>Corte del MVP:</a:t>
          </a:r>
          <a:r>
            <a:rPr lang="es-CL" sz="1400" kern="1200"/>
            <a:t> Enfoque prioritario en mitigación de sobre-agendamiento y digitalización de fichas.</a:t>
          </a:r>
          <a:endParaRPr lang="en-US" sz="1400" kern="1200"/>
        </a:p>
      </dsp:txBody>
      <dsp:txXfrm>
        <a:off x="7496631" y="1646583"/>
        <a:ext cx="3186260" cy="567552"/>
      </dsp:txXfrm>
    </dsp:sp>
    <dsp:sp modelId="{EF28821C-1859-401E-9239-250CE0EA27AC}">
      <dsp:nvSpPr>
        <dsp:cNvPr id="0" name=""/>
        <dsp:cNvSpPr/>
      </dsp:nvSpPr>
      <dsp:spPr>
        <a:xfrm>
          <a:off x="7496631" y="2272721"/>
          <a:ext cx="3186260" cy="1061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E978A8-14C7-4CBC-BE33-83BB705BA8E6}">
      <dsp:nvSpPr>
        <dsp:cNvPr id="0" name=""/>
        <dsp:cNvSpPr/>
      </dsp:nvSpPr>
      <dsp:spPr>
        <a:xfrm>
          <a:off x="475417" y="567779"/>
          <a:ext cx="1437000" cy="1437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8F5F38-7F97-4446-AA13-B38582B90421}">
      <dsp:nvSpPr>
        <dsp:cNvPr id="0" name=""/>
        <dsp:cNvSpPr/>
      </dsp:nvSpPr>
      <dsp:spPr>
        <a:xfrm>
          <a:off x="781663" y="874025"/>
          <a:ext cx="824508" cy="8245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17B61-BB5D-4FC9-868E-96BC4C98601E}">
      <dsp:nvSpPr>
        <dsp:cNvPr id="0" name=""/>
        <dsp:cNvSpPr/>
      </dsp:nvSpPr>
      <dsp:spPr>
        <a:xfrm>
          <a:off x="16048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L" sz="1200" b="1" kern="1200"/>
            <a:t>Frontend:</a:t>
          </a:r>
          <a:r>
            <a:rPr lang="es-CL" sz="1200" kern="1200"/>
            <a:t> React.js / Vite, Tailwind CSS.</a:t>
          </a:r>
          <a:endParaRPr lang="en-US" sz="1200" kern="1200"/>
        </a:p>
      </dsp:txBody>
      <dsp:txXfrm>
        <a:off x="16048" y="2452370"/>
        <a:ext cx="2355738" cy="720000"/>
      </dsp:txXfrm>
    </dsp:sp>
    <dsp:sp modelId="{34C7253F-D07F-403B-B368-EE4695A074BB}">
      <dsp:nvSpPr>
        <dsp:cNvPr id="0" name=""/>
        <dsp:cNvSpPr/>
      </dsp:nvSpPr>
      <dsp:spPr>
        <a:xfrm>
          <a:off x="3243409" y="567779"/>
          <a:ext cx="1437000" cy="1437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898AC4-08FC-4924-B878-40B875D4725F}">
      <dsp:nvSpPr>
        <dsp:cNvPr id="0" name=""/>
        <dsp:cNvSpPr/>
      </dsp:nvSpPr>
      <dsp:spPr>
        <a:xfrm>
          <a:off x="3549655" y="874025"/>
          <a:ext cx="824508" cy="8245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B429C-1A8A-475E-8146-6EEE309C016C}">
      <dsp:nvSpPr>
        <dsp:cNvPr id="0" name=""/>
        <dsp:cNvSpPr/>
      </dsp:nvSpPr>
      <dsp:spPr>
        <a:xfrm>
          <a:off x="2784040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L" sz="1200" b="1" kern="1200"/>
            <a:t>Backend:</a:t>
          </a:r>
          <a:r>
            <a:rPr lang="es-CL" sz="1200" kern="1200"/>
            <a:t> Node.js (Express) / Python (FastAPI) bajo arquitectura RESTful.</a:t>
          </a:r>
          <a:endParaRPr lang="en-US" sz="1200" kern="1200"/>
        </a:p>
      </dsp:txBody>
      <dsp:txXfrm>
        <a:off x="2784040" y="2452370"/>
        <a:ext cx="2355738" cy="720000"/>
      </dsp:txXfrm>
    </dsp:sp>
    <dsp:sp modelId="{E6FBE302-BF2A-4231-87E2-A788137AA0CE}">
      <dsp:nvSpPr>
        <dsp:cNvPr id="0" name=""/>
        <dsp:cNvSpPr/>
      </dsp:nvSpPr>
      <dsp:spPr>
        <a:xfrm>
          <a:off x="6011402" y="567779"/>
          <a:ext cx="1437000" cy="1437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1E51CA-B4E4-47E8-9C3E-8F40270059AE}">
      <dsp:nvSpPr>
        <dsp:cNvPr id="0" name=""/>
        <dsp:cNvSpPr/>
      </dsp:nvSpPr>
      <dsp:spPr>
        <a:xfrm>
          <a:off x="6317648" y="874025"/>
          <a:ext cx="824508" cy="8245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789FB0-7BD8-4977-AC92-F1CD54943ED9}">
      <dsp:nvSpPr>
        <dsp:cNvPr id="0" name=""/>
        <dsp:cNvSpPr/>
      </dsp:nvSpPr>
      <dsp:spPr>
        <a:xfrm>
          <a:off x="5552033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L" sz="1200" b="1" kern="1200"/>
            <a:t>Base de Datos:</a:t>
          </a:r>
          <a:r>
            <a:rPr lang="es-CL" sz="1200" kern="1200"/>
            <a:t> PostgreSQL / MySQL relacional multisede.</a:t>
          </a:r>
          <a:endParaRPr lang="en-US" sz="1200" kern="1200"/>
        </a:p>
      </dsp:txBody>
      <dsp:txXfrm>
        <a:off x="5552033" y="2452370"/>
        <a:ext cx="2355738" cy="720000"/>
      </dsp:txXfrm>
    </dsp:sp>
    <dsp:sp modelId="{B47A351A-3014-404E-8202-B3B43B852364}">
      <dsp:nvSpPr>
        <dsp:cNvPr id="0" name=""/>
        <dsp:cNvSpPr/>
      </dsp:nvSpPr>
      <dsp:spPr>
        <a:xfrm>
          <a:off x="8779394" y="567779"/>
          <a:ext cx="1437000" cy="1437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5C5245-44A6-48C1-A240-7E95C0234998}">
      <dsp:nvSpPr>
        <dsp:cNvPr id="0" name=""/>
        <dsp:cNvSpPr/>
      </dsp:nvSpPr>
      <dsp:spPr>
        <a:xfrm>
          <a:off x="9085640" y="874025"/>
          <a:ext cx="824508" cy="8245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2DF7C-26D0-4B26-8DB8-116A828DAB21}">
      <dsp:nvSpPr>
        <dsp:cNvPr id="0" name=""/>
        <dsp:cNvSpPr/>
      </dsp:nvSpPr>
      <dsp:spPr>
        <a:xfrm>
          <a:off x="8320025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L" sz="1200" b="1" kern="1200"/>
            <a:t>DevOps &amp; QA:</a:t>
          </a:r>
          <a:r>
            <a:rPr lang="es-CL" sz="1200" kern="1200"/>
            <a:t> Docker, Docker Compose, Git/GitHub y Jest para pruebas automatizadas.</a:t>
          </a:r>
          <a:endParaRPr lang="en-US" sz="1200" kern="1200"/>
        </a:p>
      </dsp:txBody>
      <dsp:txXfrm>
        <a:off x="8320025" y="2452370"/>
        <a:ext cx="2355738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1253C-D09E-4305-BF48-9440BA6CB324}" type="datetimeFigureOut">
              <a:rPr lang="es-CL" smtClean="0"/>
              <a:t>31-08-2026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B2657-D3D7-4898-8FC4-1A1B03CA85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7797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B2657-D3D7-4898-8FC4-1A1B03CA8509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066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8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592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98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61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42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90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9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558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62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600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68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B5A5B0-5A14-0DBF-F19E-73CC03E40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186" y="909637"/>
            <a:ext cx="4800600" cy="1307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Plataforma Web Multisede de Gestión Académica y Agendamiento Dinámico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E3225C4F-F4F8-CEC9-1910-03908D21D3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58" r="23183" b="2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441DCFD6-A2FE-9E22-701C-0C0E2A920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6186" y="2221992"/>
            <a:ext cx="4800600" cy="373989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Proyecto Capstone – Escuela de </a:t>
            </a:r>
            <a:r>
              <a:rPr lang="en-US" sz="1900" dirty="0" err="1"/>
              <a:t>Conductores</a:t>
            </a:r>
            <a:r>
              <a:rPr lang="en-US" sz="1900" dirty="0"/>
              <a:t> Futuro</a:t>
            </a:r>
          </a:p>
          <a:p>
            <a:pPr lvl="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00" b="1" dirty="0" err="1"/>
              <a:t>Integrantes</a:t>
            </a:r>
            <a:r>
              <a:rPr lang="en-US" sz="1900" b="1" dirty="0"/>
              <a:t> y Roles:</a:t>
            </a:r>
            <a:endParaRPr lang="en-US" sz="1900" dirty="0"/>
          </a:p>
          <a:p>
            <a:pPr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Maximiliano </a:t>
            </a:r>
            <a:r>
              <a:rPr lang="en-US" sz="1900" b="1" dirty="0" err="1"/>
              <a:t>Valdebenito</a:t>
            </a:r>
            <a:r>
              <a:rPr lang="en-US" sz="1900" b="1" dirty="0"/>
              <a:t>:</a:t>
            </a:r>
            <a:r>
              <a:rPr lang="en-US" sz="1900" dirty="0"/>
              <a:t> Scrum Master &amp; </a:t>
            </a:r>
            <a:r>
              <a:rPr lang="en-US" sz="1900" dirty="0" err="1"/>
              <a:t>Fullstack</a:t>
            </a:r>
            <a:r>
              <a:rPr lang="en-US" sz="1900" dirty="0"/>
              <a:t> Developer</a:t>
            </a:r>
          </a:p>
          <a:p>
            <a:pPr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Gabriel Godoy:</a:t>
            </a:r>
            <a:r>
              <a:rPr lang="en-US" sz="1900" dirty="0"/>
              <a:t> DBA &amp; DevOps Engineer</a:t>
            </a:r>
          </a:p>
          <a:p>
            <a:pPr lvl="1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Máximo Ortega:</a:t>
            </a:r>
            <a:r>
              <a:rPr lang="en-US" sz="1900" dirty="0"/>
              <a:t> QA &amp; Security Engineer</a:t>
            </a:r>
          </a:p>
          <a:p>
            <a:pPr lvl="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00" b="1" dirty="0" err="1"/>
              <a:t>Institución</a:t>
            </a:r>
            <a:r>
              <a:rPr lang="en-US" sz="1900" b="1" dirty="0"/>
              <a:t>:</a:t>
            </a:r>
            <a:r>
              <a:rPr lang="en-US" sz="1900" dirty="0"/>
              <a:t> Duoc UC – </a:t>
            </a:r>
            <a:r>
              <a:rPr lang="en-US" sz="1900" dirty="0" err="1"/>
              <a:t>Sede</a:t>
            </a:r>
            <a:r>
              <a:rPr lang="en-US" sz="1900" dirty="0"/>
              <a:t> Plaza Vespucio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9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157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E71D9-856E-9F06-D1B2-13DC2B12C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/>
              <a:t>Problemática Actual y problemas Operativos	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14BCF44-B1F0-61C8-1B12-BDE78F2DAC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2640650"/>
              </p:ext>
            </p:extLst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91889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B3CA38D-7BB0-4D35-BE00-0F4876602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088DE3-24D6-3179-828F-AF99F678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3218"/>
            <a:ext cx="10691265" cy="1371030"/>
          </a:xfrm>
        </p:spPr>
        <p:txBody>
          <a:bodyPr>
            <a:normAutofit/>
          </a:bodyPr>
          <a:lstStyle/>
          <a:p>
            <a:r>
              <a:rPr lang="es-CL"/>
              <a:t>Propuesta de Solución y Visión del Producto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204D13B-7E6C-6D17-3DDD-1199F105DE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0635" y="2221992"/>
                <a:ext cx="10691265" cy="3739896"/>
              </a:xfrm>
            </p:spPr>
            <p:txBody>
              <a:bodyPr>
                <a:normAutofit/>
              </a:bodyPr>
              <a:lstStyle/>
              <a:p>
                <a:r>
                  <a:rPr lang="es-CL" b="1" dirty="0"/>
                  <a:t>Digitalización Multisede:</a:t>
                </a:r>
                <a:r>
                  <a:rPr lang="es-CL" dirty="0"/>
                  <a:t> Modelo en la nube centralizado para Macul y Peñalolén.</a:t>
                </a:r>
              </a:p>
              <a:p>
                <a:r>
                  <a:rPr lang="es-CL" b="1" dirty="0"/>
                  <a:t>Motor de Agendamiento Dinámico:</a:t>
                </a:r>
                <a:r>
                  <a:rPr lang="es-CL" dirty="0"/>
                  <a:t> Control de capacidad con bloqueo automático ante salidas municipales (flota 2 </a:t>
                </a:r>
                <a14:m>
                  <m:oMath xmlns:m="http://schemas.openxmlformats.org/officeDocument/2006/math">
                    <m:r>
                      <a:rPr lang="es-CL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CL" dirty="0"/>
                  <a:t>1).</a:t>
                </a:r>
              </a:p>
              <a:p>
                <a:r>
                  <a:rPr lang="es-CL" b="1" dirty="0"/>
                  <a:t>Tarjeta Web del Alumno:</a:t>
                </a:r>
                <a:r>
                  <a:rPr lang="es-CL" dirty="0"/>
                  <a:t> Portal interactivo para revisar progreso psicotécnico, asistencia teórica y agendamiento.</a:t>
                </a:r>
              </a:p>
              <a:p>
                <a:r>
                  <a:rPr lang="es-CL" b="1" dirty="0"/>
                  <a:t>Autogestión y Notificaciones:</a:t>
                </a:r>
                <a:r>
                  <a:rPr lang="es-CL" dirty="0"/>
                  <a:t> Liberación de cupos y confirmación de asistencia.</a:t>
                </a:r>
              </a:p>
              <a:p>
                <a:pPr marL="0" indent="0">
                  <a:buNone/>
                </a:pPr>
                <a:r>
                  <a:rPr lang="es-CL" dirty="0"/>
                  <a:t>Transformar la gestión operativa y académica de la Escuela de Conductores Futuro mediante una plataforma web centralizada y multisede que elimine el papel y optimice la flota vehicular.</a:t>
                </a:r>
              </a:p>
              <a:p>
                <a:pPr marL="0" indent="0">
                  <a:buNone/>
                </a:pPr>
                <a:endParaRPr lang="es-CL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204D13B-7E6C-6D17-3DDD-1199F105D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635" y="2221992"/>
                <a:ext cx="10691265" cy="3739896"/>
              </a:xfrm>
              <a:blipFill>
                <a:blip r:embed="rId2"/>
                <a:stretch>
                  <a:fillRect l="-627" t="-816" r="-627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514FD1B-A0BF-4C73-A68E-4B1F7299F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8B100A6-1EBC-40AB-BB7E-26807F3CF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020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629D68-7EA9-2745-E666-53501ADD0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Objetivos del Proyecto APT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15E3177-F2F3-4D0A-DD9A-AF0E813413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8323399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2359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0E22E4-59A5-6CF6-7173-7A4D7152F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CL" sz="3700"/>
              <a:t>Marco de Trabajo Ágil (Scrum) y </a:t>
            </a:r>
            <a:r>
              <a:rPr lang="es-CL" sz="3700" err="1"/>
              <a:t>User</a:t>
            </a:r>
            <a:r>
              <a:rPr lang="es-CL" sz="3700"/>
              <a:t> Story </a:t>
            </a:r>
            <a:r>
              <a:rPr lang="es-CL" sz="3700" err="1"/>
              <a:t>Mapping</a:t>
            </a:r>
            <a:endParaRPr lang="es-CL" sz="3700"/>
          </a:p>
        </p:txBody>
      </p:sp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Marcador de contenido 2">
            <a:extLst>
              <a:ext uri="{FF2B5EF4-FFF2-40B4-BE49-F238E27FC236}">
                <a16:creationId xmlns:a16="http://schemas.microsoft.com/office/drawing/2014/main" id="{E74112F7-651C-D690-EBA7-98C5AE21A9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184766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9314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7B6A99-956F-91A1-4D9C-B01282064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s-CL" dirty="0"/>
              <a:t>Stack Tecnológico e Infraestructura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A7FF892-0BE5-45E2-5462-92919BB77E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820951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9704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D0282C-5497-CCB2-625F-CCB03D299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/>
              <a:t>Arquitectura del Sistema en Capas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BECCF1BD-B5E9-74A1-3729-807DA76418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083" y="723901"/>
            <a:ext cx="4950333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993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13B37-B66A-8528-0F3C-F91BB96D9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Bosquejo del Modelo Relacional (DER)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588294B1-29B7-D2B7-25E1-4C317D72CB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9191" y="2222500"/>
            <a:ext cx="5613606" cy="374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182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EC4BF-5DA1-53B9-3CA7-FBE26CE25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Mockups y Experiencia de Usuario (UX/UI)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EB0E279-58A6-B877-B2B0-740CF34D05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8811" y="1831208"/>
            <a:ext cx="10074377" cy="403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05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F83CE-C6EE-6045-2996-74C33172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Mockups y Experiencia de Usuario (UX/UI)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F586966B-A207-8C73-7C1F-626ADDC48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0100" y="1841494"/>
            <a:ext cx="10691265" cy="399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070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F68F9F0-489B-689F-6A25-0D19BD82D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Mockups y Experiencia de Usuario (UX/UI)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DF8FBB5-7B9E-8BA2-DBB9-37F8422DB4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6247" y="723901"/>
            <a:ext cx="6538004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26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29B5F8-EDD6-F86E-2257-7FFD1AFA1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s-CL" dirty="0"/>
              <a:t>Conclusiones y Próximos Pasos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7B0380-A4E5-1EE2-4B08-4270AD697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>
            <a:normAutofit/>
          </a:bodyPr>
          <a:lstStyle/>
          <a:p>
            <a:pPr lvl="0"/>
            <a:r>
              <a:rPr lang="es-CL" b="1" dirty="0"/>
              <a:t>Aporte de Valor:</a:t>
            </a:r>
            <a:endParaRPr lang="es-CL" dirty="0"/>
          </a:p>
          <a:p>
            <a:pPr lvl="1"/>
            <a:r>
              <a:rPr lang="es-CL" dirty="0"/>
              <a:t>Erradicación del papel, trazabilidad entre Macul y Peñalolén y optimización de las horas de los instructores.</a:t>
            </a:r>
          </a:p>
          <a:p>
            <a:pPr lvl="0"/>
            <a:r>
              <a:rPr lang="es-CL" b="1" dirty="0"/>
              <a:t>Inicios de Fase 2:</a:t>
            </a:r>
            <a:endParaRPr lang="es-CL" dirty="0"/>
          </a:p>
          <a:p>
            <a:pPr lvl="1"/>
            <a:r>
              <a:rPr lang="es-CL" dirty="0"/>
              <a:t>Levantamiento del entorno local en Docker </a:t>
            </a:r>
            <a:r>
              <a:rPr lang="es-CL" dirty="0" err="1"/>
              <a:t>Compose</a:t>
            </a:r>
            <a:r>
              <a:rPr lang="es-CL" dirty="0"/>
              <a:t>.</a:t>
            </a:r>
          </a:p>
          <a:p>
            <a:pPr lvl="1"/>
            <a:r>
              <a:rPr lang="es-CL" dirty="0"/>
              <a:t>Creación del esquema relacional en base de datos.</a:t>
            </a:r>
          </a:p>
          <a:p>
            <a:pPr lvl="1"/>
            <a:r>
              <a:rPr lang="es-CL" dirty="0"/>
              <a:t>Implementación del Sprint 1 del backlog priorizado.</a:t>
            </a:r>
          </a:p>
          <a:p>
            <a:endParaRPr lang="es-CL" dirty="0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38EC22FD-8531-14BD-CEBC-F768B74227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32" r="37195" b="-2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96884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562</Words>
  <Application>Microsoft Office PowerPoint</Application>
  <PresentationFormat>Panorámica</PresentationFormat>
  <Paragraphs>54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Arial</vt:lpstr>
      <vt:lpstr>Calisto MT</vt:lpstr>
      <vt:lpstr>Cambria Math</vt:lpstr>
      <vt:lpstr>Univers Condensed</vt:lpstr>
      <vt:lpstr>ChronicleVTI</vt:lpstr>
      <vt:lpstr>Plataforma Web Multisede de Gestión Académica y Agendamiento Dinámico</vt:lpstr>
      <vt:lpstr>Problemática Actual y problemas Operativos </vt:lpstr>
      <vt:lpstr>Propuesta de Solución y Visión del Producto</vt:lpstr>
      <vt:lpstr>Objetivos del Proyecto APT</vt:lpstr>
      <vt:lpstr>Marco de Trabajo Ágil (Scrum) y User Story Mapping</vt:lpstr>
      <vt:lpstr>Stack Tecnológico e Infraestructura</vt:lpstr>
      <vt:lpstr>Arquitectura del Sistema en Capas</vt:lpstr>
      <vt:lpstr>Bosquejo del Modelo Relacional (DER)</vt:lpstr>
      <vt:lpstr>Mockups y Experiencia de Usuario (UX/UI)</vt:lpstr>
      <vt:lpstr>Mockups y Experiencia de Usuario (UX/UI)</vt:lpstr>
      <vt:lpstr>Mockups y Experiencia de Usuario (UX/UI)</vt:lpstr>
      <vt:lpstr>Conclusiones y Próximos Pasos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MAXIMILIANO ALBERTO VALDEBENITO VASQUEZ</dc:creator>
  <cp:lastModifiedBy>MAXIMILIANO ALBERTO VALDEBENITO VASQUEZ</cp:lastModifiedBy>
  <cp:revision>5</cp:revision>
  <dcterms:created xsi:type="dcterms:W3CDTF">2026-08-31T10:57:17Z</dcterms:created>
  <dcterms:modified xsi:type="dcterms:W3CDTF">2026-08-31T13:16:31Z</dcterms:modified>
</cp:coreProperties>
</file>